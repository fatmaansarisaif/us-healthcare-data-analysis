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4"/>
  </p:sldMasterIdLst>
  <p:notesMasterIdLst>
    <p:notesMasterId r:id="rId20"/>
  </p:notesMasterIdLst>
  <p:sldIdLst>
    <p:sldId id="257" r:id="rId5"/>
    <p:sldId id="258" r:id="rId6"/>
    <p:sldId id="260" r:id="rId7"/>
    <p:sldId id="275" r:id="rId8"/>
    <p:sldId id="276" r:id="rId9"/>
    <p:sldId id="277" r:id="rId10"/>
    <p:sldId id="278" r:id="rId11"/>
    <p:sldId id="262" r:id="rId12"/>
    <p:sldId id="279" r:id="rId13"/>
    <p:sldId id="264" r:id="rId14"/>
    <p:sldId id="280" r:id="rId15"/>
    <p:sldId id="265" r:id="rId16"/>
    <p:sldId id="281" r:id="rId17"/>
    <p:sldId id="266" r:id="rId18"/>
    <p:sldId id="28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CA5D8-16B8-4F47-A14A-2E38ADAA8290}" v="259" dt="2024-10-24T06:10:10.498"/>
  </p1510:revLst>
</p1510:revInfo>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75" d="100"/>
          <a:sy n="75" d="100"/>
        </p:scale>
        <p:origin x="902" y="43"/>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ma Ansari" userId="511862148694a913" providerId="LiveId" clId="{4ABCA5D8-16B8-4F47-A14A-2E38ADAA8290}"/>
    <pc:docChg chg="undo redo custSel addSld delSld modSld sldOrd modMainMaster">
      <pc:chgData name="Fatma Ansari" userId="511862148694a913" providerId="LiveId" clId="{4ABCA5D8-16B8-4F47-A14A-2E38ADAA8290}" dt="2024-10-24T06:10:10.498" v="4128"/>
      <pc:docMkLst>
        <pc:docMk/>
      </pc:docMkLst>
      <pc:sldChg chg="addSp delSp modSp mod modTransition modAnim">
        <pc:chgData name="Fatma Ansari" userId="511862148694a913" providerId="LiveId" clId="{4ABCA5D8-16B8-4F47-A14A-2E38ADAA8290}" dt="2024-10-23T10:44:51.116" v="3707"/>
        <pc:sldMkLst>
          <pc:docMk/>
          <pc:sldMk cId="850593172" sldId="257"/>
        </pc:sldMkLst>
        <pc:spChg chg="mod">
          <ac:chgData name="Fatma Ansari" userId="511862148694a913" providerId="LiveId" clId="{4ABCA5D8-16B8-4F47-A14A-2E38ADAA8290}" dt="2024-10-23T06:36:53.472" v="1355" actId="207"/>
          <ac:spMkLst>
            <pc:docMk/>
            <pc:sldMk cId="850593172" sldId="257"/>
            <ac:spMk id="2" creationId="{7466E558-14F5-FB8C-67C3-E66D6C4015F0}"/>
          </ac:spMkLst>
        </pc:spChg>
        <pc:spChg chg="mod">
          <ac:chgData name="Fatma Ansari" userId="511862148694a913" providerId="LiveId" clId="{4ABCA5D8-16B8-4F47-A14A-2E38ADAA8290}" dt="2024-10-23T06:35:59.364" v="1336" actId="207"/>
          <ac:spMkLst>
            <pc:docMk/>
            <pc:sldMk cId="850593172" sldId="257"/>
            <ac:spMk id="3" creationId="{B8D8E648-93B0-47FF-A306-492EFF7FC499}"/>
          </ac:spMkLst>
        </pc:spChg>
        <pc:spChg chg="del mod">
          <ac:chgData name="Fatma Ansari" userId="511862148694a913" providerId="LiveId" clId="{4ABCA5D8-16B8-4F47-A14A-2E38ADAA8290}" dt="2024-10-23T06:37:26.066" v="1356" actId="21"/>
          <ac:spMkLst>
            <pc:docMk/>
            <pc:sldMk cId="850593172" sldId="257"/>
            <ac:spMk id="4" creationId="{64857D70-F12B-4E1B-99F8-92DAD4349846}"/>
          </ac:spMkLst>
        </pc:spChg>
        <pc:spChg chg="add del mod">
          <ac:chgData name="Fatma Ansari" userId="511862148694a913" providerId="LiveId" clId="{4ABCA5D8-16B8-4F47-A14A-2E38ADAA8290}" dt="2024-10-23T06:44:57.385" v="1377" actId="478"/>
          <ac:spMkLst>
            <pc:docMk/>
            <pc:sldMk cId="850593172" sldId="257"/>
            <ac:spMk id="7" creationId="{C2862B9E-3F8F-33F6-9120-F0B38C8003B3}"/>
          </ac:spMkLst>
        </pc:spChg>
        <pc:picChg chg="mod">
          <ac:chgData name="Fatma Ansari" userId="511862148694a913" providerId="LiveId" clId="{4ABCA5D8-16B8-4F47-A14A-2E38ADAA8290}" dt="2024-10-23T06:18:36.265" v="1190" actId="1036"/>
          <ac:picMkLst>
            <pc:docMk/>
            <pc:sldMk cId="850593172" sldId="257"/>
            <ac:picMk id="14" creationId="{8F02F647-7DBC-4618-AFF3-8CED69C5CDEF}"/>
          </ac:picMkLst>
        </pc:picChg>
        <pc:picChg chg="add del">
          <ac:chgData name="Fatma Ansari" userId="511862148694a913" providerId="LiveId" clId="{4ABCA5D8-16B8-4F47-A14A-2E38ADAA8290}" dt="2024-10-23T06:44:57.385" v="1377" actId="478"/>
          <ac:picMkLst>
            <pc:docMk/>
            <pc:sldMk cId="850593172" sldId="257"/>
            <ac:picMk id="1026" creationId="{3B33CCDD-5D4F-F7F3-CD61-EF5699B38550}"/>
          </ac:picMkLst>
        </pc:picChg>
        <pc:picChg chg="add mod">
          <ac:chgData name="Fatma Ansari" userId="511862148694a913" providerId="LiveId" clId="{4ABCA5D8-16B8-4F47-A14A-2E38ADAA8290}" dt="2024-10-23T06:49:39.677" v="1405"/>
          <ac:picMkLst>
            <pc:docMk/>
            <pc:sldMk cId="850593172" sldId="257"/>
            <ac:picMk id="1028" creationId="{07180F74-BEAE-4C60-05A0-1F6516E60A21}"/>
          </ac:picMkLst>
        </pc:picChg>
        <pc:picChg chg="add del mod">
          <ac:chgData name="Fatma Ansari" userId="511862148694a913" providerId="LiveId" clId="{4ABCA5D8-16B8-4F47-A14A-2E38ADAA8290}" dt="2024-10-23T06:47:25.390" v="1385" actId="478"/>
          <ac:picMkLst>
            <pc:docMk/>
            <pc:sldMk cId="850593172" sldId="257"/>
            <ac:picMk id="1030" creationId="{C05C08E2-D052-3FD6-82AD-86F5640FA260}"/>
          </ac:picMkLst>
        </pc:picChg>
        <pc:picChg chg="add mod">
          <ac:chgData name="Fatma Ansari" userId="511862148694a913" providerId="LiveId" clId="{4ABCA5D8-16B8-4F47-A14A-2E38ADAA8290}" dt="2024-10-23T06:49:56.189" v="1406" actId="1076"/>
          <ac:picMkLst>
            <pc:docMk/>
            <pc:sldMk cId="850593172" sldId="257"/>
            <ac:picMk id="1032" creationId="{BB44F6C2-888A-4D09-DDE3-3FE7E35F5CC4}"/>
          </ac:picMkLst>
        </pc:picChg>
      </pc:sldChg>
      <pc:sldChg chg="addSp delSp modSp mod modTransition modAnim">
        <pc:chgData name="Fatma Ansari" userId="511862148694a913" providerId="LiveId" clId="{4ABCA5D8-16B8-4F47-A14A-2E38ADAA8290}" dt="2024-10-23T10:47:57.516" v="3720"/>
        <pc:sldMkLst>
          <pc:docMk/>
          <pc:sldMk cId="3043203464" sldId="258"/>
        </pc:sldMkLst>
        <pc:spChg chg="mod">
          <ac:chgData name="Fatma Ansari" userId="511862148694a913" providerId="LiveId" clId="{4ABCA5D8-16B8-4F47-A14A-2E38ADAA8290}" dt="2024-10-23T10:45:27.798" v="3710" actId="207"/>
          <ac:spMkLst>
            <pc:docMk/>
            <pc:sldMk cId="3043203464" sldId="258"/>
            <ac:spMk id="3" creationId="{E9BE4A06-2673-41EF-AF84-96B0EDEC0F01}"/>
          </ac:spMkLst>
        </pc:spChg>
        <pc:spChg chg="mod">
          <ac:chgData name="Fatma Ansari" userId="511862148694a913" providerId="LiveId" clId="{4ABCA5D8-16B8-4F47-A14A-2E38ADAA8290}" dt="2024-10-23T10:45:58.676" v="3713" actId="5793"/>
          <ac:spMkLst>
            <pc:docMk/>
            <pc:sldMk cId="3043203464" sldId="258"/>
            <ac:spMk id="4" creationId="{9AF7E39F-041F-4A45-A1CF-F8C269887D5A}"/>
          </ac:spMkLst>
        </pc:spChg>
        <pc:spChg chg="add mod">
          <ac:chgData name="Fatma Ansari" userId="511862148694a913" providerId="LiveId" clId="{4ABCA5D8-16B8-4F47-A14A-2E38ADAA8290}" dt="2024-10-23T06:51:29.553" v="1416" actId="20577"/>
          <ac:spMkLst>
            <pc:docMk/>
            <pc:sldMk cId="3043203464" sldId="258"/>
            <ac:spMk id="5" creationId="{64857D70-F12B-4E1B-99F8-92DAD4349846}"/>
          </ac:spMkLst>
        </pc:spChg>
        <pc:spChg chg="add del mod">
          <ac:chgData name="Fatma Ansari" userId="511862148694a913" providerId="LiveId" clId="{4ABCA5D8-16B8-4F47-A14A-2E38ADAA8290}" dt="2024-10-23T07:09:32.805" v="1584" actId="1036"/>
          <ac:spMkLst>
            <pc:docMk/>
            <pc:sldMk cId="3043203464" sldId="258"/>
            <ac:spMk id="9" creationId="{400AB11A-4D5E-4CDE-BB60-C8578F59C3E0}"/>
          </ac:spMkLst>
        </pc:spChg>
        <pc:spChg chg="del mod">
          <ac:chgData name="Fatma Ansari" userId="511862148694a913" providerId="LiveId" clId="{4ABCA5D8-16B8-4F47-A14A-2E38ADAA8290}" dt="2024-10-23T07:07:50.957" v="1511" actId="478"/>
          <ac:spMkLst>
            <pc:docMk/>
            <pc:sldMk cId="3043203464" sldId="258"/>
            <ac:spMk id="15" creationId="{DD509E5E-F68C-4F2B-8EC7-4325958603E7}"/>
          </ac:spMkLst>
        </pc:spChg>
        <pc:spChg chg="mod">
          <ac:chgData name="Fatma Ansari" userId="511862148694a913" providerId="LiveId" clId="{4ABCA5D8-16B8-4F47-A14A-2E38ADAA8290}" dt="2024-10-23T07:09:51.786" v="1612" actId="1037"/>
          <ac:spMkLst>
            <pc:docMk/>
            <pc:sldMk cId="3043203464" sldId="258"/>
            <ac:spMk id="48" creationId="{C3FC51DE-D10A-4DE8-A7E3-22FA2E4FC194}"/>
          </ac:spMkLst>
        </pc:spChg>
        <pc:grpChg chg="add mod">
          <ac:chgData name="Fatma Ansari" userId="511862148694a913" providerId="LiveId" clId="{4ABCA5D8-16B8-4F47-A14A-2E38ADAA8290}" dt="2024-10-23T07:08:26.973" v="1516" actId="1076"/>
          <ac:grpSpMkLst>
            <pc:docMk/>
            <pc:sldMk cId="3043203464" sldId="258"/>
            <ac:grpSpMk id="2" creationId="{E5B31D07-2A8C-EDD5-B6C8-D47ECE7318F7}"/>
          </ac:grpSpMkLst>
        </pc:grpChg>
        <pc:grpChg chg="mod">
          <ac:chgData name="Fatma Ansari" userId="511862148694a913" providerId="LiveId" clId="{4ABCA5D8-16B8-4F47-A14A-2E38ADAA8290}" dt="2024-10-22T17:07:29.691" v="221" actId="164"/>
          <ac:grpSpMkLst>
            <pc:docMk/>
            <pc:sldMk cId="3043203464" sldId="258"/>
            <ac:grpSpMk id="14" creationId="{8CDC0198-E919-4071-9C4B-5B3D19A46785}"/>
          </ac:grpSpMkLst>
        </pc:grpChg>
        <pc:grpChg chg="mod">
          <ac:chgData name="Fatma Ansari" userId="511862148694a913" providerId="LiveId" clId="{4ABCA5D8-16B8-4F47-A14A-2E38ADAA8290}" dt="2024-10-22T17:07:29.691" v="221" actId="164"/>
          <ac:grpSpMkLst>
            <pc:docMk/>
            <pc:sldMk cId="3043203464" sldId="258"/>
            <ac:grpSpMk id="36" creationId="{840CA54E-FBB9-4848-A45D-E086AA4A5012}"/>
          </ac:grpSpMkLst>
        </pc:grpChg>
        <pc:picChg chg="mod">
          <ac:chgData name="Fatma Ansari" userId="511862148694a913" providerId="LiveId" clId="{4ABCA5D8-16B8-4F47-A14A-2E38ADAA8290}" dt="2024-10-23T07:09:45.934" v="1585" actId="14100"/>
          <ac:picMkLst>
            <pc:docMk/>
            <pc:sldMk cId="3043203464" sldId="258"/>
            <ac:picMk id="28" creationId="{86D7D4AC-BE7B-45B9-AF4A-E2AF1B6C796D}"/>
          </ac:picMkLst>
        </pc:picChg>
      </pc:sldChg>
      <pc:sldChg chg="addSp delSp modSp mod modTransition modAnim">
        <pc:chgData name="Fatma Ansari" userId="511862148694a913" providerId="LiveId" clId="{4ABCA5D8-16B8-4F47-A14A-2E38ADAA8290}" dt="2024-10-24T05:49:56.046" v="4100"/>
        <pc:sldMkLst>
          <pc:docMk/>
          <pc:sldMk cId="3697691616" sldId="260"/>
        </pc:sldMkLst>
        <pc:spChg chg="mod ord">
          <ac:chgData name="Fatma Ansari" userId="511862148694a913" providerId="LiveId" clId="{4ABCA5D8-16B8-4F47-A14A-2E38ADAA8290}" dt="2024-10-23T06:28:34.348" v="1266" actId="20577"/>
          <ac:spMkLst>
            <pc:docMk/>
            <pc:sldMk cId="3697691616" sldId="260"/>
            <ac:spMk id="3" creationId="{E34E91A8-F608-453C-810A-BE991818063F}"/>
          </ac:spMkLst>
        </pc:spChg>
        <pc:spChg chg="del mod">
          <ac:chgData name="Fatma Ansari" userId="511862148694a913" providerId="LiveId" clId="{4ABCA5D8-16B8-4F47-A14A-2E38ADAA8290}" dt="2024-10-22T20:22:32.850" v="862" actId="478"/>
          <ac:spMkLst>
            <pc:docMk/>
            <pc:sldMk cId="3697691616" sldId="260"/>
            <ac:spMk id="5" creationId="{E2B821A5-5262-4D44-AFEB-D049F229C856}"/>
          </ac:spMkLst>
        </pc:spChg>
        <pc:spChg chg="mod">
          <ac:chgData name="Fatma Ansari" userId="511862148694a913" providerId="LiveId" clId="{4ABCA5D8-16B8-4F47-A14A-2E38ADAA8290}" dt="2024-10-23T06:25:21.137" v="1252" actId="1076"/>
          <ac:spMkLst>
            <pc:docMk/>
            <pc:sldMk cId="3697691616" sldId="260"/>
            <ac:spMk id="6" creationId="{A327E535-262E-40B8-A9E1-0C08FFD80900}"/>
          </ac:spMkLst>
        </pc:spChg>
        <pc:spChg chg="del mod">
          <ac:chgData name="Fatma Ansari" userId="511862148694a913" providerId="LiveId" clId="{4ABCA5D8-16B8-4F47-A14A-2E38ADAA8290}" dt="2024-10-22T20:22:52.852" v="867" actId="478"/>
          <ac:spMkLst>
            <pc:docMk/>
            <pc:sldMk cId="3697691616" sldId="260"/>
            <ac:spMk id="7" creationId="{030E095F-965E-476E-B681-EE615BECB08B}"/>
          </ac:spMkLst>
        </pc:spChg>
        <pc:spChg chg="mod">
          <ac:chgData name="Fatma Ansari" userId="511862148694a913" providerId="LiveId" clId="{4ABCA5D8-16B8-4F47-A14A-2E38ADAA8290}" dt="2024-10-23T06:25:55.774" v="1256" actId="108"/>
          <ac:spMkLst>
            <pc:docMk/>
            <pc:sldMk cId="3697691616" sldId="260"/>
            <ac:spMk id="8" creationId="{AA5735F7-BDC6-4ACD-B0DE-4AB63D30BA52}"/>
          </ac:spMkLst>
        </pc:spChg>
        <pc:spChg chg="del mod">
          <ac:chgData name="Fatma Ansari" userId="511862148694a913" providerId="LiveId" clId="{4ABCA5D8-16B8-4F47-A14A-2E38ADAA8290}" dt="2024-10-22T20:23:03.203" v="869" actId="478"/>
          <ac:spMkLst>
            <pc:docMk/>
            <pc:sldMk cId="3697691616" sldId="260"/>
            <ac:spMk id="9" creationId="{F405F6BC-5682-4AA1-9F61-DDF021E685B0}"/>
          </ac:spMkLst>
        </pc:spChg>
        <pc:spChg chg="mod">
          <ac:chgData name="Fatma Ansari" userId="511862148694a913" providerId="LiveId" clId="{4ABCA5D8-16B8-4F47-A14A-2E38ADAA8290}" dt="2024-10-23T06:26:06.170" v="1258" actId="14100"/>
          <ac:spMkLst>
            <pc:docMk/>
            <pc:sldMk cId="3697691616" sldId="260"/>
            <ac:spMk id="10" creationId="{37BC20BC-85E6-48CD-B755-5D4149953C3B}"/>
          </ac:spMkLst>
        </pc:spChg>
        <pc:spChg chg="del mod">
          <ac:chgData name="Fatma Ansari" userId="511862148694a913" providerId="LiveId" clId="{4ABCA5D8-16B8-4F47-A14A-2E38ADAA8290}" dt="2024-10-22T20:23:12.189" v="871" actId="478"/>
          <ac:spMkLst>
            <pc:docMk/>
            <pc:sldMk cId="3697691616" sldId="260"/>
            <ac:spMk id="11" creationId="{DDFBC7A3-AAE6-4502-9D44-F253ED1E8F97}"/>
          </ac:spMkLst>
        </pc:spChg>
        <pc:spChg chg="mod">
          <ac:chgData name="Fatma Ansari" userId="511862148694a913" providerId="LiveId" clId="{4ABCA5D8-16B8-4F47-A14A-2E38ADAA8290}" dt="2024-10-23T06:25:47.907" v="1255" actId="108"/>
          <ac:spMkLst>
            <pc:docMk/>
            <pc:sldMk cId="3697691616" sldId="260"/>
            <ac:spMk id="12" creationId="{DC6EAD81-841A-483E-9B44-512A1470E471}"/>
          </ac:spMkLst>
        </pc:spChg>
        <pc:spChg chg="del mod">
          <ac:chgData name="Fatma Ansari" userId="511862148694a913" providerId="LiveId" clId="{4ABCA5D8-16B8-4F47-A14A-2E38ADAA8290}" dt="2024-10-22T20:23:31.050" v="874" actId="478"/>
          <ac:spMkLst>
            <pc:docMk/>
            <pc:sldMk cId="3697691616" sldId="260"/>
            <ac:spMk id="13" creationId="{E10C0A43-6ED0-45F1-9DF9-5F2F32278B15}"/>
          </ac:spMkLst>
        </pc:spChg>
        <pc:spChg chg="mod">
          <ac:chgData name="Fatma Ansari" userId="511862148694a913" providerId="LiveId" clId="{4ABCA5D8-16B8-4F47-A14A-2E38ADAA8290}" dt="2024-10-23T06:27:50.873" v="1262" actId="14100"/>
          <ac:spMkLst>
            <pc:docMk/>
            <pc:sldMk cId="3697691616" sldId="260"/>
            <ac:spMk id="14" creationId="{978028AA-13B5-4B26-947A-231084A75CD1}"/>
          </ac:spMkLst>
        </pc:spChg>
        <pc:spChg chg="mod">
          <ac:chgData name="Fatma Ansari" userId="511862148694a913" providerId="LiveId" clId="{4ABCA5D8-16B8-4F47-A14A-2E38ADAA8290}" dt="2024-10-23T06:29:09.729" v="1267" actId="208"/>
          <ac:spMkLst>
            <pc:docMk/>
            <pc:sldMk cId="3697691616" sldId="260"/>
            <ac:spMk id="15" creationId="{65657426-6073-47AB-BB7D-5ED2CAFD6BF2}"/>
          </ac:spMkLst>
        </pc:spChg>
        <pc:spChg chg="add del mod">
          <ac:chgData name="Fatma Ansari" userId="511862148694a913" providerId="LiveId" clId="{4ABCA5D8-16B8-4F47-A14A-2E38ADAA8290}" dt="2024-10-22T19:33:03.683" v="561"/>
          <ac:spMkLst>
            <pc:docMk/>
            <pc:sldMk cId="3697691616" sldId="260"/>
            <ac:spMk id="16" creationId="{835EF9AA-4271-7E0D-B86C-B98D73D07F6B}"/>
          </ac:spMkLst>
        </pc:spChg>
        <pc:spChg chg="add mod">
          <ac:chgData name="Fatma Ansari" userId="511862148694a913" providerId="LiveId" clId="{4ABCA5D8-16B8-4F47-A14A-2E38ADAA8290}" dt="2024-10-22T20:05:14.385" v="692" actId="571"/>
          <ac:spMkLst>
            <pc:docMk/>
            <pc:sldMk cId="3697691616" sldId="260"/>
            <ac:spMk id="17" creationId="{405DE126-19F9-3331-AE72-92C1C7507922}"/>
          </ac:spMkLst>
        </pc:spChg>
        <pc:spChg chg="mod">
          <ac:chgData name="Fatma Ansari" userId="511862148694a913" providerId="LiveId" clId="{4ABCA5D8-16B8-4F47-A14A-2E38ADAA8290}" dt="2024-10-22T19:29:06.670" v="507" actId="14100"/>
          <ac:spMkLst>
            <pc:docMk/>
            <pc:sldMk cId="3697691616" sldId="260"/>
            <ac:spMk id="19" creationId="{9B6BE182-7444-49DA-B6FA-215DD68D50CA}"/>
          </ac:spMkLst>
        </pc:spChg>
        <pc:spChg chg="add mod">
          <ac:chgData name="Fatma Ansari" userId="511862148694a913" providerId="LiveId" clId="{4ABCA5D8-16B8-4F47-A14A-2E38ADAA8290}" dt="2024-10-23T06:25:34.966" v="1254" actId="108"/>
          <ac:spMkLst>
            <pc:docMk/>
            <pc:sldMk cId="3697691616" sldId="260"/>
            <ac:spMk id="24" creationId="{DBDA2EC7-759B-4712-0DC4-F4BE498E4D4B}"/>
          </ac:spMkLst>
        </pc:spChg>
        <pc:spChg chg="mod topLvl">
          <ac:chgData name="Fatma Ansari" userId="511862148694a913" providerId="LiveId" clId="{4ABCA5D8-16B8-4F47-A14A-2E38ADAA8290}" dt="2024-10-22T20:19:43.508" v="771" actId="338"/>
          <ac:spMkLst>
            <pc:docMk/>
            <pc:sldMk cId="3697691616" sldId="260"/>
            <ac:spMk id="31" creationId="{56718F85-02C5-4814-847B-818C8CCE6A2E}"/>
          </ac:spMkLst>
        </pc:spChg>
        <pc:spChg chg="mod topLvl">
          <ac:chgData name="Fatma Ansari" userId="511862148694a913" providerId="LiveId" clId="{4ABCA5D8-16B8-4F47-A14A-2E38ADAA8290}" dt="2024-10-22T20:19:43.508" v="771" actId="338"/>
          <ac:spMkLst>
            <pc:docMk/>
            <pc:sldMk cId="3697691616" sldId="260"/>
            <ac:spMk id="32" creationId="{6B5C2063-3BBD-48BC-BDD6-D5E9563B1934}"/>
          </ac:spMkLst>
        </pc:spChg>
        <pc:spChg chg="add del mod">
          <ac:chgData name="Fatma Ansari" userId="511862148694a913" providerId="LiveId" clId="{4ABCA5D8-16B8-4F47-A14A-2E38ADAA8290}" dt="2024-10-22T20:22:50.046" v="866" actId="478"/>
          <ac:spMkLst>
            <pc:docMk/>
            <pc:sldMk cId="3697691616" sldId="260"/>
            <ac:spMk id="40" creationId="{D5648D4B-332A-D0F9-B986-2DC5BC3D0604}"/>
          </ac:spMkLst>
        </pc:spChg>
        <pc:spChg chg="add del mod">
          <ac:chgData name="Fatma Ansari" userId="511862148694a913" providerId="LiveId" clId="{4ABCA5D8-16B8-4F47-A14A-2E38ADAA8290}" dt="2024-10-22T20:22:57.624" v="868" actId="478"/>
          <ac:spMkLst>
            <pc:docMk/>
            <pc:sldMk cId="3697691616" sldId="260"/>
            <ac:spMk id="42" creationId="{4380552E-1D4A-F52F-E70C-8536E71CC0C3}"/>
          </ac:spMkLst>
        </pc:spChg>
        <pc:spChg chg="add del mod ord">
          <ac:chgData name="Fatma Ansari" userId="511862148694a913" providerId="LiveId" clId="{4ABCA5D8-16B8-4F47-A14A-2E38ADAA8290}" dt="2024-10-23T10:53:05.577" v="3754" actId="1076"/>
          <ac:spMkLst>
            <pc:docMk/>
            <pc:sldMk cId="3697691616" sldId="260"/>
            <ac:spMk id="51" creationId="{3CBC84C2-2B48-4B15-A420-8B5F2BDE2398}"/>
          </ac:spMkLst>
        </pc:spChg>
        <pc:spChg chg="add del mod">
          <ac:chgData name="Fatma Ansari" userId="511862148694a913" providerId="LiveId" clId="{4ABCA5D8-16B8-4F47-A14A-2E38ADAA8290}" dt="2024-10-22T20:23:06.789" v="870" actId="478"/>
          <ac:spMkLst>
            <pc:docMk/>
            <pc:sldMk cId="3697691616" sldId="260"/>
            <ac:spMk id="55" creationId="{C54E0D75-2D6B-B544-67DB-8B0B9CF651C5}"/>
          </ac:spMkLst>
        </pc:spChg>
        <pc:spChg chg="add del mod">
          <ac:chgData name="Fatma Ansari" userId="511862148694a913" providerId="LiveId" clId="{4ABCA5D8-16B8-4F47-A14A-2E38ADAA8290}" dt="2024-10-22T20:23:20.936" v="873" actId="478"/>
          <ac:spMkLst>
            <pc:docMk/>
            <pc:sldMk cId="3697691616" sldId="260"/>
            <ac:spMk id="64" creationId="{728BE09C-5F4C-A895-0878-A4C7CD75276F}"/>
          </ac:spMkLst>
        </pc:spChg>
        <pc:spChg chg="add del mod">
          <ac:chgData name="Fatma Ansari" userId="511862148694a913" providerId="LiveId" clId="{4ABCA5D8-16B8-4F47-A14A-2E38ADAA8290}" dt="2024-10-22T20:23:36.538" v="875" actId="478"/>
          <ac:spMkLst>
            <pc:docMk/>
            <pc:sldMk cId="3697691616" sldId="260"/>
            <ac:spMk id="66" creationId="{767FAE85-FE23-E07F-A76F-58D341D5E340}"/>
          </ac:spMkLst>
        </pc:spChg>
        <pc:spChg chg="mod">
          <ac:chgData name="Fatma Ansari" userId="511862148694a913" providerId="LiveId" clId="{4ABCA5D8-16B8-4F47-A14A-2E38ADAA8290}" dt="2024-10-22T20:08:14.818" v="746" actId="1076"/>
          <ac:spMkLst>
            <pc:docMk/>
            <pc:sldMk cId="3697691616" sldId="260"/>
            <ac:spMk id="90" creationId="{79784603-2F8F-493A-894B-9ECFC35876FE}"/>
          </ac:spMkLst>
        </pc:spChg>
        <pc:grpChg chg="mod">
          <ac:chgData name="Fatma Ansari" userId="511862148694a913" providerId="LiveId" clId="{4ABCA5D8-16B8-4F47-A14A-2E38ADAA8290}" dt="2024-10-22T20:21:10.093" v="786" actId="1076"/>
          <ac:grpSpMkLst>
            <pc:docMk/>
            <pc:sldMk cId="3697691616" sldId="260"/>
            <ac:grpSpMk id="2" creationId="{7ACC6B18-DB03-4AC5-B015-6374FF16D1E5}"/>
          </ac:grpSpMkLst>
        </pc:grpChg>
        <pc:grpChg chg="add mod">
          <ac:chgData name="Fatma Ansari" userId="511862148694a913" providerId="LiveId" clId="{4ABCA5D8-16B8-4F47-A14A-2E38ADAA8290}" dt="2024-10-22T20:19:48.977" v="772" actId="1076"/>
          <ac:grpSpMkLst>
            <pc:docMk/>
            <pc:sldMk cId="3697691616" sldId="260"/>
            <ac:grpSpMk id="29" creationId="{BD12393D-57CC-F982-202B-AF56DC65B305}"/>
          </ac:grpSpMkLst>
        </pc:grpChg>
        <pc:grpChg chg="del mod">
          <ac:chgData name="Fatma Ansari" userId="511862148694a913" providerId="LiveId" clId="{4ABCA5D8-16B8-4F47-A14A-2E38ADAA8290}" dt="2024-10-22T20:19:23.958" v="770" actId="165"/>
          <ac:grpSpMkLst>
            <pc:docMk/>
            <pc:sldMk cId="3697691616" sldId="260"/>
            <ac:grpSpMk id="30" creationId="{E2935599-B9F0-4312-864E-F6E3EF1AAC8E}"/>
          </ac:grpSpMkLst>
        </pc:grpChg>
        <pc:grpChg chg="mod">
          <ac:chgData name="Fatma Ansari" userId="511862148694a913" providerId="LiveId" clId="{4ABCA5D8-16B8-4F47-A14A-2E38ADAA8290}" dt="2024-10-22T20:20:56.247" v="784" actId="1076"/>
          <ac:grpSpMkLst>
            <pc:docMk/>
            <pc:sldMk cId="3697691616" sldId="260"/>
            <ac:grpSpMk id="33" creationId="{5E2C35B1-F420-4244-8B67-EA845C8CAF53}"/>
          </ac:grpSpMkLst>
        </pc:grpChg>
        <pc:grpChg chg="mod">
          <ac:chgData name="Fatma Ansari" userId="511862148694a913" providerId="LiveId" clId="{4ABCA5D8-16B8-4F47-A14A-2E38ADAA8290}" dt="2024-10-22T20:20:27.118" v="778" actId="1076"/>
          <ac:grpSpMkLst>
            <pc:docMk/>
            <pc:sldMk cId="3697691616" sldId="260"/>
            <ac:grpSpMk id="36" creationId="{645F4DD1-5663-4019-891C-8821ED8ACA9F}"/>
          </ac:grpSpMkLst>
        </pc:grpChg>
        <pc:grpChg chg="mod">
          <ac:chgData name="Fatma Ansari" userId="511862148694a913" providerId="LiveId" clId="{4ABCA5D8-16B8-4F47-A14A-2E38ADAA8290}" dt="2024-10-22T20:10:24.116" v="756" actId="1076"/>
          <ac:grpSpMkLst>
            <pc:docMk/>
            <pc:sldMk cId="3697691616" sldId="260"/>
            <ac:grpSpMk id="47" creationId="{95074261-BBC0-4AF3-AF09-C64386DBB2CF}"/>
          </ac:grpSpMkLst>
        </pc:grpChg>
        <pc:graphicFrameChg chg="add del mod modGraphic">
          <ac:chgData name="Fatma Ansari" userId="511862148694a913" providerId="LiveId" clId="{4ABCA5D8-16B8-4F47-A14A-2E38ADAA8290}" dt="2024-10-22T19:33:03.681" v="559" actId="478"/>
          <ac:graphicFrameMkLst>
            <pc:docMk/>
            <pc:sldMk cId="3697691616" sldId="260"/>
            <ac:graphicFrameMk id="17" creationId="{2023182E-A889-3BEE-9B4B-40A30906E4F7}"/>
          </ac:graphicFrameMkLst>
        </pc:graphicFrameChg>
        <pc:picChg chg="mod">
          <ac:chgData name="Fatma Ansari" userId="511862148694a913" providerId="LiveId" clId="{4ABCA5D8-16B8-4F47-A14A-2E38ADAA8290}" dt="2024-10-23T06:23:15.968" v="1219" actId="14100"/>
          <ac:picMkLst>
            <pc:docMk/>
            <pc:sldMk cId="3697691616" sldId="260"/>
            <ac:picMk id="46" creationId="{09833D49-61B1-40F0-A9D1-6D1D4B8701A1}"/>
          </ac:picMkLst>
        </pc:picChg>
        <pc:picChg chg="mod">
          <ac:chgData name="Fatma Ansari" userId="511862148694a913" providerId="LiveId" clId="{4ABCA5D8-16B8-4F47-A14A-2E38ADAA8290}" dt="2024-10-23T06:23:09.793" v="1218" actId="14100"/>
          <ac:picMkLst>
            <pc:docMk/>
            <pc:sldMk cId="3697691616" sldId="260"/>
            <ac:picMk id="49" creationId="{A17A8866-025F-45F8-9C1A-8DF0ACE8F3F7}"/>
          </ac:picMkLst>
        </pc:picChg>
        <pc:picChg chg="mod">
          <ac:chgData name="Fatma Ansari" userId="511862148694a913" providerId="LiveId" clId="{4ABCA5D8-16B8-4F47-A14A-2E38ADAA8290}" dt="2024-10-23T06:23:25.320" v="1220" actId="14100"/>
          <ac:picMkLst>
            <pc:docMk/>
            <pc:sldMk cId="3697691616" sldId="260"/>
            <ac:picMk id="53" creationId="{560A3C83-28A8-4054-B787-033808650715}"/>
          </ac:picMkLst>
        </pc:picChg>
        <pc:picChg chg="mod">
          <ac:chgData name="Fatma Ansari" userId="511862148694a913" providerId="LiveId" clId="{4ABCA5D8-16B8-4F47-A14A-2E38ADAA8290}" dt="2024-10-23T06:23:36.204" v="1221" actId="14100"/>
          <ac:picMkLst>
            <pc:docMk/>
            <pc:sldMk cId="3697691616" sldId="260"/>
            <ac:picMk id="56" creationId="{5CABC6B7-0A04-4890-B978-4D4F54B3CDC3}"/>
          </ac:picMkLst>
        </pc:picChg>
        <pc:picChg chg="mod">
          <ac:chgData name="Fatma Ansari" userId="511862148694a913" providerId="LiveId" clId="{4ABCA5D8-16B8-4F47-A14A-2E38ADAA8290}" dt="2024-10-23T10:54:00.070" v="3757" actId="1035"/>
          <ac:picMkLst>
            <pc:docMk/>
            <pc:sldMk cId="3697691616" sldId="260"/>
            <ac:picMk id="60" creationId="{8C1A4036-A328-4600-8C42-B65922A2C149}"/>
          </ac:picMkLst>
        </pc:picChg>
        <pc:cxnChg chg="add del mod">
          <ac:chgData name="Fatma Ansari" userId="511862148694a913" providerId="LiveId" clId="{4ABCA5D8-16B8-4F47-A14A-2E38ADAA8290}" dt="2024-10-22T20:16:58.440" v="759" actId="478"/>
          <ac:cxnSpMkLst>
            <pc:docMk/>
            <pc:sldMk cId="3697691616" sldId="260"/>
            <ac:cxnSpMk id="16" creationId="{62F51D42-E0A9-342A-65AB-C609B6331FA1}"/>
          </ac:cxnSpMkLst>
        </pc:cxnChg>
        <pc:cxnChg chg="del mod">
          <ac:chgData name="Fatma Ansari" userId="511862148694a913" providerId="LiveId" clId="{4ABCA5D8-16B8-4F47-A14A-2E38ADAA8290}" dt="2024-10-22T20:16:55.941" v="758" actId="478"/>
          <ac:cxnSpMkLst>
            <pc:docMk/>
            <pc:sldMk cId="3697691616" sldId="260"/>
            <ac:cxnSpMk id="54" creationId="{CC6D3F76-4C60-4559-AE48-60D6FBDC4B83}"/>
          </ac:cxnSpMkLst>
        </pc:cxnChg>
        <pc:cxnChg chg="del mod">
          <ac:chgData name="Fatma Ansari" userId="511862148694a913" providerId="LiveId" clId="{4ABCA5D8-16B8-4F47-A14A-2E38ADAA8290}" dt="2024-10-22T20:09:52.535" v="753" actId="478"/>
          <ac:cxnSpMkLst>
            <pc:docMk/>
            <pc:sldMk cId="3697691616" sldId="260"/>
            <ac:cxnSpMk id="57" creationId="{3CA93ACF-485A-4938-9815-8D5DFE3128D2}"/>
          </ac:cxnSpMkLst>
        </pc:cxnChg>
        <pc:cxnChg chg="del mod">
          <ac:chgData name="Fatma Ansari" userId="511862148694a913" providerId="LiveId" clId="{4ABCA5D8-16B8-4F47-A14A-2E38ADAA8290}" dt="2024-10-22T20:17:03.829" v="761" actId="478"/>
          <ac:cxnSpMkLst>
            <pc:docMk/>
            <pc:sldMk cId="3697691616" sldId="260"/>
            <ac:cxnSpMk id="58" creationId="{48070A33-7382-44AE-AC77-685B09986FA1}"/>
          </ac:cxnSpMkLst>
        </pc:cxnChg>
        <pc:cxnChg chg="add del mod">
          <ac:chgData name="Fatma Ansari" userId="511862148694a913" providerId="LiveId" clId="{4ABCA5D8-16B8-4F47-A14A-2E38ADAA8290}" dt="2024-10-22T20:17:00.694" v="760" actId="478"/>
          <ac:cxnSpMkLst>
            <pc:docMk/>
            <pc:sldMk cId="3697691616" sldId="260"/>
            <ac:cxnSpMk id="59" creationId="{3915ED9B-6B99-B2CD-3647-5FE25809A368}"/>
          </ac:cxnSpMkLst>
        </pc:cxnChg>
        <pc:cxnChg chg="add del mod">
          <ac:chgData name="Fatma Ansari" userId="511862148694a913" providerId="LiveId" clId="{4ABCA5D8-16B8-4F47-A14A-2E38ADAA8290}" dt="2024-10-22T20:21:12.594" v="787" actId="478"/>
          <ac:cxnSpMkLst>
            <pc:docMk/>
            <pc:sldMk cId="3697691616" sldId="260"/>
            <ac:cxnSpMk id="61" creationId="{DEB90935-2FB3-FC9A-00E1-337391EAF7E0}"/>
          </ac:cxnSpMkLst>
        </pc:cxnChg>
        <pc:cxnChg chg="mod">
          <ac:chgData name="Fatma Ansari" userId="511862148694a913" providerId="LiveId" clId="{4ABCA5D8-16B8-4F47-A14A-2E38ADAA8290}" dt="2024-10-22T20:22:14.939" v="861" actId="1037"/>
          <ac:cxnSpMkLst>
            <pc:docMk/>
            <pc:sldMk cId="3697691616" sldId="260"/>
            <ac:cxnSpMk id="62" creationId="{9A6C85E8-3D95-45FE-A577-C08E6E920D70}"/>
          </ac:cxnSpMkLst>
        </pc:cxnChg>
        <pc:cxnChg chg="mod">
          <ac:chgData name="Fatma Ansari" userId="511862148694a913" providerId="LiveId" clId="{4ABCA5D8-16B8-4F47-A14A-2E38ADAA8290}" dt="2024-10-22T20:08:50.706" v="750" actId="1582"/>
          <ac:cxnSpMkLst>
            <pc:docMk/>
            <pc:sldMk cId="3697691616" sldId="260"/>
            <ac:cxnSpMk id="70" creationId="{F1BB5F7E-073B-4BF0-8FA1-F724BA8DB3D0}"/>
          </ac:cxnSpMkLst>
        </pc:cxnChg>
      </pc:sldChg>
      <pc:sldChg chg="addSp delSp modSp del mod">
        <pc:chgData name="Fatma Ansari" userId="511862148694a913" providerId="LiveId" clId="{4ABCA5D8-16B8-4F47-A14A-2E38ADAA8290}" dt="2024-10-23T10:21:08.920" v="3685" actId="2696"/>
        <pc:sldMkLst>
          <pc:docMk/>
          <pc:sldMk cId="3340796283" sldId="261"/>
        </pc:sldMkLst>
        <pc:spChg chg="mod">
          <ac:chgData name="Fatma Ansari" userId="511862148694a913" providerId="LiveId" clId="{4ABCA5D8-16B8-4F47-A14A-2E38ADAA8290}" dt="2024-10-22T19:45:46.058" v="674" actId="1076"/>
          <ac:spMkLst>
            <pc:docMk/>
            <pc:sldMk cId="3340796283" sldId="261"/>
            <ac:spMk id="2" creationId="{86CA2F6A-636F-4857-B3DF-84C40FD31807}"/>
          </ac:spMkLst>
        </pc:spChg>
        <pc:spChg chg="add del mod">
          <ac:chgData name="Fatma Ansari" userId="511862148694a913" providerId="LiveId" clId="{4ABCA5D8-16B8-4F47-A14A-2E38ADAA8290}" dt="2024-10-22T20:27:53.777" v="889" actId="478"/>
          <ac:spMkLst>
            <pc:docMk/>
            <pc:sldMk cId="3340796283" sldId="261"/>
            <ac:spMk id="6" creationId="{D86EA1B0-5175-FCFD-9D02-D6767226BE54}"/>
          </ac:spMkLst>
        </pc:spChg>
        <pc:spChg chg="del">
          <ac:chgData name="Fatma Ansari" userId="511862148694a913" providerId="LiveId" clId="{4ABCA5D8-16B8-4F47-A14A-2E38ADAA8290}" dt="2024-10-22T20:27:51.481" v="888" actId="478"/>
          <ac:spMkLst>
            <pc:docMk/>
            <pc:sldMk cId="3340796283" sldId="261"/>
            <ac:spMk id="8" creationId="{A36087DB-FF15-448E-ACA3-0466788AFD27}"/>
          </ac:spMkLst>
        </pc:spChg>
        <pc:spChg chg="mod">
          <ac:chgData name="Fatma Ansari" userId="511862148694a913" providerId="LiveId" clId="{4ABCA5D8-16B8-4F47-A14A-2E38ADAA8290}" dt="2024-10-22T19:45:50.296" v="675" actId="1076"/>
          <ac:spMkLst>
            <pc:docMk/>
            <pc:sldMk cId="3340796283" sldId="261"/>
            <ac:spMk id="9" creationId="{C88E3957-6CDD-4061-AA83-A074A57C9C12}"/>
          </ac:spMkLst>
        </pc:spChg>
        <pc:graphicFrameChg chg="mod">
          <ac:chgData name="Fatma Ansari" userId="511862148694a913" providerId="LiveId" clId="{4ABCA5D8-16B8-4F47-A14A-2E38ADAA8290}" dt="2024-10-22T19:46:06.989" v="677" actId="1076"/>
          <ac:graphicFrameMkLst>
            <pc:docMk/>
            <pc:sldMk cId="3340796283" sldId="261"/>
            <ac:graphicFrameMk id="16" creationId="{25D16D4D-7FFE-4B6D-9DF1-9256D3CB650C}"/>
          </ac:graphicFrameMkLst>
        </pc:graphicFrameChg>
      </pc:sldChg>
      <pc:sldChg chg="addSp delSp modSp mod modTransition modAnim">
        <pc:chgData name="Fatma Ansari" userId="511862148694a913" providerId="LiveId" clId="{4ABCA5D8-16B8-4F47-A14A-2E38ADAA8290}" dt="2024-10-23T16:14:13.514" v="4070" actId="108"/>
        <pc:sldMkLst>
          <pc:docMk/>
          <pc:sldMk cId="1755836296" sldId="262"/>
        </pc:sldMkLst>
        <pc:spChg chg="add del mod">
          <ac:chgData name="Fatma Ansari" userId="511862148694a913" providerId="LiveId" clId="{4ABCA5D8-16B8-4F47-A14A-2E38ADAA8290}" dt="2024-10-23T07:22:28.609" v="2085" actId="478"/>
          <ac:spMkLst>
            <pc:docMk/>
            <pc:sldMk cId="1755836296" sldId="262"/>
            <ac:spMk id="2" creationId="{49AF7557-5521-5296-160B-5ECEF9571E16}"/>
          </ac:spMkLst>
        </pc:spChg>
        <pc:spChg chg="mod">
          <ac:chgData name="Fatma Ansari" userId="511862148694a913" providerId="LiveId" clId="{4ABCA5D8-16B8-4F47-A14A-2E38ADAA8290}" dt="2024-10-23T07:34:58.376" v="2216" actId="20577"/>
          <ac:spMkLst>
            <pc:docMk/>
            <pc:sldMk cId="1755836296" sldId="262"/>
            <ac:spMk id="3" creationId="{1C499D5A-91D2-45BF-B204-6FDFFE97FFA9}"/>
          </ac:spMkLst>
        </pc:spChg>
        <pc:spChg chg="del mod">
          <ac:chgData name="Fatma Ansari" userId="511862148694a913" providerId="LiveId" clId="{4ABCA5D8-16B8-4F47-A14A-2E38ADAA8290}" dt="2024-10-23T15:58:36.796" v="4022" actId="478"/>
          <ac:spMkLst>
            <pc:docMk/>
            <pc:sldMk cId="1755836296" sldId="262"/>
            <ac:spMk id="5" creationId="{7E6F3A07-B555-4DCB-847F-A2749A0C0866}"/>
          </ac:spMkLst>
        </pc:spChg>
        <pc:spChg chg="add del mod">
          <ac:chgData name="Fatma Ansari" userId="511862148694a913" providerId="LiveId" clId="{4ABCA5D8-16B8-4F47-A14A-2E38ADAA8290}" dt="2024-10-23T15:59:05.124" v="4025" actId="478"/>
          <ac:spMkLst>
            <pc:docMk/>
            <pc:sldMk cId="1755836296" sldId="262"/>
            <ac:spMk id="6" creationId="{D1BEBF22-A40E-4194-AD9A-12E9E5AB0013}"/>
          </ac:spMkLst>
        </pc:spChg>
        <pc:spChg chg="mod">
          <ac:chgData name="Fatma Ansari" userId="511862148694a913" providerId="LiveId" clId="{4ABCA5D8-16B8-4F47-A14A-2E38ADAA8290}" dt="2024-10-23T15:59:57.406" v="4037" actId="108"/>
          <ac:spMkLst>
            <pc:docMk/>
            <pc:sldMk cId="1755836296" sldId="262"/>
            <ac:spMk id="7" creationId="{998C0573-728C-4817-B25F-9C4BA8292FDB}"/>
          </ac:spMkLst>
        </pc:spChg>
        <pc:spChg chg="del">
          <ac:chgData name="Fatma Ansari" userId="511862148694a913" providerId="LiveId" clId="{4ABCA5D8-16B8-4F47-A14A-2E38ADAA8290}" dt="2024-10-23T15:59:30.948" v="4033" actId="478"/>
          <ac:spMkLst>
            <pc:docMk/>
            <pc:sldMk cId="1755836296" sldId="262"/>
            <ac:spMk id="8" creationId="{D23D57FF-A4A8-4B9F-8E36-4755E494CBB8}"/>
          </ac:spMkLst>
        </pc:spChg>
        <pc:spChg chg="mod">
          <ac:chgData name="Fatma Ansari" userId="511862148694a913" providerId="LiveId" clId="{4ABCA5D8-16B8-4F47-A14A-2E38ADAA8290}" dt="2024-10-23T16:14:13.514" v="4070" actId="108"/>
          <ac:spMkLst>
            <pc:docMk/>
            <pc:sldMk cId="1755836296" sldId="262"/>
            <ac:spMk id="9" creationId="{EA2C873E-AF75-4B6A-8EBE-2F12C5A7E6A0}"/>
          </ac:spMkLst>
        </pc:spChg>
        <pc:spChg chg="del mod">
          <ac:chgData name="Fatma Ansari" userId="511862148694a913" providerId="LiveId" clId="{4ABCA5D8-16B8-4F47-A14A-2E38ADAA8290}" dt="2024-10-23T16:00:04.186" v="4038" actId="478"/>
          <ac:spMkLst>
            <pc:docMk/>
            <pc:sldMk cId="1755836296" sldId="262"/>
            <ac:spMk id="10" creationId="{FA62A9F2-7193-4B39-BE74-49635D23507F}"/>
          </ac:spMkLst>
        </pc:spChg>
        <pc:spChg chg="mod">
          <ac:chgData name="Fatma Ansari" userId="511862148694a913" providerId="LiveId" clId="{4ABCA5D8-16B8-4F47-A14A-2E38ADAA8290}" dt="2024-10-23T16:13:45.496" v="4065" actId="108"/>
          <ac:spMkLst>
            <pc:docMk/>
            <pc:sldMk cId="1755836296" sldId="262"/>
            <ac:spMk id="11" creationId="{D39B9111-D7E0-4C6E-8B6D-2598C446AF61}"/>
          </ac:spMkLst>
        </pc:spChg>
        <pc:spChg chg="del">
          <ac:chgData name="Fatma Ansari" userId="511862148694a913" providerId="LiveId" clId="{4ABCA5D8-16B8-4F47-A14A-2E38ADAA8290}" dt="2024-10-23T16:04:21.361" v="4041" actId="478"/>
          <ac:spMkLst>
            <pc:docMk/>
            <pc:sldMk cId="1755836296" sldId="262"/>
            <ac:spMk id="12" creationId="{2C6192BD-E170-4A74-8019-C8202728C49D}"/>
          </ac:spMkLst>
        </pc:spChg>
        <pc:spChg chg="mod">
          <ac:chgData name="Fatma Ansari" userId="511862148694a913" providerId="LiveId" clId="{4ABCA5D8-16B8-4F47-A14A-2E38ADAA8290}" dt="2024-10-23T16:13:50.853" v="4066" actId="108"/>
          <ac:spMkLst>
            <pc:docMk/>
            <pc:sldMk cId="1755836296" sldId="262"/>
            <ac:spMk id="13" creationId="{1590D2A3-9EEB-4BD9-A6F1-7A6252D21D06}"/>
          </ac:spMkLst>
        </pc:spChg>
        <pc:spChg chg="del">
          <ac:chgData name="Fatma Ansari" userId="511862148694a913" providerId="LiveId" clId="{4ABCA5D8-16B8-4F47-A14A-2E38ADAA8290}" dt="2024-10-23T16:04:50.369" v="4045" actId="478"/>
          <ac:spMkLst>
            <pc:docMk/>
            <pc:sldMk cId="1755836296" sldId="262"/>
            <ac:spMk id="14" creationId="{FA88E256-0941-4678-8F52-4A15674EC324}"/>
          </ac:spMkLst>
        </pc:spChg>
        <pc:spChg chg="add mod">
          <ac:chgData name="Fatma Ansari" userId="511862148694a913" providerId="LiveId" clId="{4ABCA5D8-16B8-4F47-A14A-2E38ADAA8290}" dt="2024-10-23T07:40:11.872" v="2444" actId="1035"/>
          <ac:spMkLst>
            <pc:docMk/>
            <pc:sldMk cId="1755836296" sldId="262"/>
            <ac:spMk id="15" creationId="{433D7B35-4AFE-7A11-9F71-C80E7B2B099B}"/>
          </ac:spMkLst>
        </pc:spChg>
        <pc:spChg chg="add mod">
          <ac:chgData name="Fatma Ansari" userId="511862148694a913" providerId="LiveId" clId="{4ABCA5D8-16B8-4F47-A14A-2E38ADAA8290}" dt="2024-10-23T15:59:48.913" v="4036" actId="1076"/>
          <ac:spMkLst>
            <pc:docMk/>
            <pc:sldMk cId="1755836296" sldId="262"/>
            <ac:spMk id="16" creationId="{6FC875C0-9F64-7D0A-4440-6091B77C54B6}"/>
          </ac:spMkLst>
        </pc:spChg>
        <pc:spChg chg="add del mod">
          <ac:chgData name="Fatma Ansari" userId="511862148694a913" providerId="LiveId" clId="{4ABCA5D8-16B8-4F47-A14A-2E38ADAA8290}" dt="2024-10-23T07:39:51.994" v="2390" actId="478"/>
          <ac:spMkLst>
            <pc:docMk/>
            <pc:sldMk cId="1755836296" sldId="262"/>
            <ac:spMk id="16" creationId="{DD023BD3-B0F4-8551-D209-73C93B7237FF}"/>
          </ac:spMkLst>
        </pc:spChg>
        <pc:spChg chg="add mod">
          <ac:chgData name="Fatma Ansari" userId="511862148694a913" providerId="LiveId" clId="{4ABCA5D8-16B8-4F47-A14A-2E38ADAA8290}" dt="2024-10-23T16:14:08.177" v="4069" actId="108"/>
          <ac:spMkLst>
            <pc:docMk/>
            <pc:sldMk cId="1755836296" sldId="262"/>
            <ac:spMk id="17" creationId="{7D9C274F-B797-C113-762B-E8CB8B30979C}"/>
          </ac:spMkLst>
        </pc:spChg>
        <pc:spChg chg="add del mod">
          <ac:chgData name="Fatma Ansari" userId="511862148694a913" providerId="LiveId" clId="{4ABCA5D8-16B8-4F47-A14A-2E38ADAA8290}" dt="2024-10-23T16:13:57.232" v="4068" actId="1076"/>
          <ac:spMkLst>
            <pc:docMk/>
            <pc:sldMk cId="1755836296" sldId="262"/>
            <ac:spMk id="19" creationId="{A4592135-A11E-4178-A320-510C4B7492A3}"/>
          </ac:spMkLst>
        </pc:spChg>
        <pc:spChg chg="add del mod">
          <ac:chgData name="Fatma Ansari" userId="511862148694a913" providerId="LiveId" clId="{4ABCA5D8-16B8-4F47-A14A-2E38ADAA8290}" dt="2024-10-23T15:59:36.838" v="4034" actId="478"/>
          <ac:spMkLst>
            <pc:docMk/>
            <pc:sldMk cId="1755836296" sldId="262"/>
            <ac:spMk id="21" creationId="{5729E53B-B9E3-753C-DA2E-2C312A3F03D5}"/>
          </ac:spMkLst>
        </pc:spChg>
        <pc:spChg chg="add del mod">
          <ac:chgData name="Fatma Ansari" userId="511862148694a913" providerId="LiveId" clId="{4ABCA5D8-16B8-4F47-A14A-2E38ADAA8290}" dt="2024-10-23T07:34:10.634" v="2191" actId="478"/>
          <ac:spMkLst>
            <pc:docMk/>
            <pc:sldMk cId="1755836296" sldId="262"/>
            <ac:spMk id="21" creationId="{BB7787FB-3E59-BA59-0006-AF032A7F7351}"/>
          </ac:spMkLst>
        </pc:spChg>
        <pc:spChg chg="add del mod">
          <ac:chgData name="Fatma Ansari" userId="511862148694a913" providerId="LiveId" clId="{4ABCA5D8-16B8-4F47-A14A-2E38ADAA8290}" dt="2024-10-23T16:04:07.926" v="4039" actId="478"/>
          <ac:spMkLst>
            <pc:docMk/>
            <pc:sldMk cId="1755836296" sldId="262"/>
            <ac:spMk id="24" creationId="{CA5B1697-BCB7-6761-9C40-92BD27FB98B1}"/>
          </ac:spMkLst>
        </pc:spChg>
        <pc:spChg chg="add del mod">
          <ac:chgData name="Fatma Ansari" userId="511862148694a913" providerId="LiveId" clId="{4ABCA5D8-16B8-4F47-A14A-2E38ADAA8290}" dt="2024-10-23T16:04:26.929" v="4042" actId="478"/>
          <ac:spMkLst>
            <pc:docMk/>
            <pc:sldMk cId="1755836296" sldId="262"/>
            <ac:spMk id="26" creationId="{B8E5E0C7-1BC8-B4D0-D96A-6CE6998BF7B4}"/>
          </ac:spMkLst>
        </pc:spChg>
        <pc:spChg chg="add del mod">
          <ac:chgData name="Fatma Ansari" userId="511862148694a913" providerId="LiveId" clId="{4ABCA5D8-16B8-4F47-A14A-2E38ADAA8290}" dt="2024-10-23T16:13:19.129" v="4048" actId="478"/>
          <ac:spMkLst>
            <pc:docMk/>
            <pc:sldMk cId="1755836296" sldId="262"/>
            <ac:spMk id="28" creationId="{63301FDA-76DE-0099-42A1-04AA6473AD73}"/>
          </ac:spMkLst>
        </pc:spChg>
        <pc:spChg chg="del">
          <ac:chgData name="Fatma Ansari" userId="511862148694a913" providerId="LiveId" clId="{4ABCA5D8-16B8-4F47-A14A-2E38ADAA8290}" dt="2024-10-23T07:19:13.132" v="1977" actId="478"/>
          <ac:spMkLst>
            <pc:docMk/>
            <pc:sldMk cId="1755836296" sldId="262"/>
            <ac:spMk id="29" creationId="{E8253ED6-A426-4BA6-A61A-E4174B8BAE45}"/>
          </ac:spMkLst>
        </pc:spChg>
        <pc:spChg chg="mod">
          <ac:chgData name="Fatma Ansari" userId="511862148694a913" providerId="LiveId" clId="{4ABCA5D8-16B8-4F47-A14A-2E38ADAA8290}" dt="2024-10-23T07:35:09.428" v="2217" actId="14100"/>
          <ac:spMkLst>
            <pc:docMk/>
            <pc:sldMk cId="1755836296" sldId="262"/>
            <ac:spMk id="67" creationId="{6167A703-9B37-469C-853D-0CB6C1F4D8F0}"/>
          </ac:spMkLst>
        </pc:spChg>
        <pc:picChg chg="add mod">
          <ac:chgData name="Fatma Ansari" userId="511862148694a913" providerId="LiveId" clId="{4ABCA5D8-16B8-4F47-A14A-2E38ADAA8290}" dt="2024-10-23T07:39:19.675" v="2221"/>
          <ac:picMkLst>
            <pc:docMk/>
            <pc:sldMk cId="1755836296" sldId="262"/>
            <ac:picMk id="22" creationId="{479C986D-55D2-F921-A8A4-BE8C62121767}"/>
          </ac:picMkLst>
        </pc:picChg>
        <pc:picChg chg="add mod">
          <ac:chgData name="Fatma Ansari" userId="511862148694a913" providerId="LiveId" clId="{4ABCA5D8-16B8-4F47-A14A-2E38ADAA8290}" dt="2024-10-23T07:40:37.767" v="2518" actId="14100"/>
          <ac:picMkLst>
            <pc:docMk/>
            <pc:sldMk cId="1755836296" sldId="262"/>
            <ac:picMk id="23" creationId="{A59A99B5-11F8-DBDC-ABE0-3056758C0931}"/>
          </ac:picMkLst>
        </pc:picChg>
      </pc:sldChg>
      <pc:sldChg chg="del ord modTransition">
        <pc:chgData name="Fatma Ansari" userId="511862148694a913" providerId="LiveId" clId="{4ABCA5D8-16B8-4F47-A14A-2E38ADAA8290}" dt="2024-10-23T16:33:10.816" v="4089" actId="2696"/>
        <pc:sldMkLst>
          <pc:docMk/>
          <pc:sldMk cId="1299719508" sldId="263"/>
        </pc:sldMkLst>
      </pc:sldChg>
      <pc:sldChg chg="addSp delSp modSp mod modTransition modAnim">
        <pc:chgData name="Fatma Ansari" userId="511862148694a913" providerId="LiveId" clId="{4ABCA5D8-16B8-4F47-A14A-2E38ADAA8290}" dt="2024-10-23T16:15:30.357" v="4079"/>
        <pc:sldMkLst>
          <pc:docMk/>
          <pc:sldMk cId="2086701177" sldId="264"/>
        </pc:sldMkLst>
        <pc:spChg chg="mod">
          <ac:chgData name="Fatma Ansari" userId="511862148694a913" providerId="LiveId" clId="{4ABCA5D8-16B8-4F47-A14A-2E38ADAA8290}" dt="2024-10-23T11:44:26.734" v="3925" actId="20577"/>
          <ac:spMkLst>
            <pc:docMk/>
            <pc:sldMk cId="2086701177" sldId="264"/>
            <ac:spMk id="2" creationId="{E2AF520E-B553-4B58-821F-756E17DF0C52}"/>
          </ac:spMkLst>
        </pc:spChg>
        <pc:spChg chg="del">
          <ac:chgData name="Fatma Ansari" userId="511862148694a913" providerId="LiveId" clId="{4ABCA5D8-16B8-4F47-A14A-2E38ADAA8290}" dt="2024-10-23T08:33:49.708" v="2594" actId="478"/>
          <ac:spMkLst>
            <pc:docMk/>
            <pc:sldMk cId="2086701177" sldId="264"/>
            <ac:spMk id="4" creationId="{6E736F04-FC63-450C-A537-84B44E31C7DF}"/>
          </ac:spMkLst>
        </pc:spChg>
        <pc:spChg chg="mod">
          <ac:chgData name="Fatma Ansari" userId="511862148694a913" providerId="LiveId" clId="{4ABCA5D8-16B8-4F47-A14A-2E38ADAA8290}" dt="2024-10-23T08:40:14.386" v="3006" actId="1035"/>
          <ac:spMkLst>
            <pc:docMk/>
            <pc:sldMk cId="2086701177" sldId="264"/>
            <ac:spMk id="5" creationId="{DD34491F-F24C-4DC2-A26D-FA05D593C843}"/>
          </ac:spMkLst>
        </pc:spChg>
        <pc:spChg chg="add del mod">
          <ac:chgData name="Fatma Ansari" userId="511862148694a913" providerId="LiveId" clId="{4ABCA5D8-16B8-4F47-A14A-2E38ADAA8290}" dt="2024-10-23T08:33:51.533" v="2595" actId="478"/>
          <ac:spMkLst>
            <pc:docMk/>
            <pc:sldMk cId="2086701177" sldId="264"/>
            <ac:spMk id="7" creationId="{1F707E30-3778-5D96-805F-8552539679F5}"/>
          </ac:spMkLst>
        </pc:spChg>
        <pc:spChg chg="del">
          <ac:chgData name="Fatma Ansari" userId="511862148694a913" providerId="LiveId" clId="{4ABCA5D8-16B8-4F47-A14A-2E38ADAA8290}" dt="2024-10-23T08:34:05.414" v="2598" actId="478"/>
          <ac:spMkLst>
            <pc:docMk/>
            <pc:sldMk cId="2086701177" sldId="264"/>
            <ac:spMk id="13" creationId="{E51A39FF-A6FF-4455-913B-AE779B9EA54C}"/>
          </ac:spMkLst>
        </pc:spChg>
        <pc:graphicFrameChg chg="del modGraphic">
          <ac:chgData name="Fatma Ansari" userId="511862148694a913" providerId="LiveId" clId="{4ABCA5D8-16B8-4F47-A14A-2E38ADAA8290}" dt="2024-10-23T08:34:02.933" v="2597" actId="478"/>
          <ac:graphicFrameMkLst>
            <pc:docMk/>
            <pc:sldMk cId="2086701177" sldId="264"/>
            <ac:graphicFrameMk id="9" creationId="{4502AC23-FD2F-476E-88EB-39C3E2FB75D7}"/>
          </ac:graphicFrameMkLst>
        </pc:graphicFrameChg>
        <pc:graphicFrameChg chg="del mod">
          <ac:chgData name="Fatma Ansari" userId="511862148694a913" providerId="LiveId" clId="{4ABCA5D8-16B8-4F47-A14A-2E38ADAA8290}" dt="2024-10-23T08:34:11.988" v="2600" actId="478"/>
          <ac:graphicFrameMkLst>
            <pc:docMk/>
            <pc:sldMk cId="2086701177" sldId="264"/>
            <ac:graphicFrameMk id="11" creationId="{4182E4A0-9B67-4B11-8530-068600B960E3}"/>
          </ac:graphicFrameMkLst>
        </pc:graphicFrameChg>
        <pc:picChg chg="add del mod">
          <ac:chgData name="Fatma Ansari" userId="511862148694a913" providerId="LiveId" clId="{4ABCA5D8-16B8-4F47-A14A-2E38ADAA8290}" dt="2024-10-23T08:38:57.476" v="2855" actId="478"/>
          <ac:picMkLst>
            <pc:docMk/>
            <pc:sldMk cId="2086701177" sldId="264"/>
            <ac:picMk id="10" creationId="{66BE8399-AF3D-F85C-D3D2-9DF642316EDB}"/>
          </ac:picMkLst>
        </pc:picChg>
        <pc:picChg chg="add del mod">
          <ac:chgData name="Fatma Ansari" userId="511862148694a913" providerId="LiveId" clId="{4ABCA5D8-16B8-4F47-A14A-2E38ADAA8290}" dt="2024-10-23T08:41:31.046" v="3009" actId="478"/>
          <ac:picMkLst>
            <pc:docMk/>
            <pc:sldMk cId="2086701177" sldId="264"/>
            <ac:picMk id="14" creationId="{F9FE749A-6C42-A65D-211F-10A53085DE67}"/>
          </ac:picMkLst>
        </pc:picChg>
        <pc:picChg chg="add mod">
          <ac:chgData name="Fatma Ansari" userId="511862148694a913" providerId="LiveId" clId="{4ABCA5D8-16B8-4F47-A14A-2E38ADAA8290}" dt="2024-10-23T08:41:40.231" v="3012" actId="14100"/>
          <ac:picMkLst>
            <pc:docMk/>
            <pc:sldMk cId="2086701177" sldId="264"/>
            <ac:picMk id="16" creationId="{DC9D4F7B-5E39-0295-ED5A-809B50ABD826}"/>
          </ac:picMkLst>
        </pc:picChg>
      </pc:sldChg>
      <pc:sldChg chg="addSp delSp modSp mod modTransition">
        <pc:chgData name="Fatma Ansari" userId="511862148694a913" providerId="LiveId" clId="{4ABCA5D8-16B8-4F47-A14A-2E38ADAA8290}" dt="2024-10-23T10:43:41.651" v="3701"/>
        <pc:sldMkLst>
          <pc:docMk/>
          <pc:sldMk cId="3297823726" sldId="265"/>
        </pc:sldMkLst>
        <pc:spChg chg="mod">
          <ac:chgData name="Fatma Ansari" userId="511862148694a913" providerId="LiveId" clId="{4ABCA5D8-16B8-4F47-A14A-2E38ADAA8290}" dt="2024-10-23T09:32:27.160" v="3432" actId="20577"/>
          <ac:spMkLst>
            <pc:docMk/>
            <pc:sldMk cId="3297823726" sldId="265"/>
            <ac:spMk id="3" creationId="{8AD0FB06-2085-443B-B5B7-9CF837FCEA61}"/>
          </ac:spMkLst>
        </pc:spChg>
        <pc:spChg chg="del">
          <ac:chgData name="Fatma Ansari" userId="511862148694a913" providerId="LiveId" clId="{4ABCA5D8-16B8-4F47-A14A-2E38ADAA8290}" dt="2024-10-23T09:21:45.465" v="3119" actId="478"/>
          <ac:spMkLst>
            <pc:docMk/>
            <pc:sldMk cId="3297823726" sldId="265"/>
            <ac:spMk id="5" creationId="{0E2C3F0E-4EA4-4D41-8E53-5D29742851DB}"/>
          </ac:spMkLst>
        </pc:spChg>
        <pc:spChg chg="add del mod">
          <ac:chgData name="Fatma Ansari" userId="511862148694a913" providerId="LiveId" clId="{4ABCA5D8-16B8-4F47-A14A-2E38ADAA8290}" dt="2024-10-23T09:22:01.595" v="3122" actId="478"/>
          <ac:spMkLst>
            <pc:docMk/>
            <pc:sldMk cId="3297823726" sldId="265"/>
            <ac:spMk id="6" creationId="{5DA611D7-BCAD-7767-F915-7ECF4010F754}"/>
          </ac:spMkLst>
        </pc:spChg>
        <pc:spChg chg="add del mod">
          <ac:chgData name="Fatma Ansari" userId="511862148694a913" providerId="LiveId" clId="{4ABCA5D8-16B8-4F47-A14A-2E38ADAA8290}" dt="2024-10-23T09:25:05.623" v="3232" actId="207"/>
          <ac:spMkLst>
            <pc:docMk/>
            <pc:sldMk cId="3297823726" sldId="265"/>
            <ac:spMk id="8" creationId="{5D25444F-B85F-42E8-9E0A-A625CA1FDA16}"/>
          </ac:spMkLst>
        </pc:spChg>
        <pc:spChg chg="mod">
          <ac:chgData name="Fatma Ansari" userId="511862148694a913" providerId="LiveId" clId="{4ABCA5D8-16B8-4F47-A14A-2E38ADAA8290}" dt="2024-10-23T09:32:38.561" v="3434" actId="14100"/>
          <ac:spMkLst>
            <pc:docMk/>
            <pc:sldMk cId="3297823726" sldId="265"/>
            <ac:spMk id="9" creationId="{C18D4C80-3351-4CE2-81E2-859CB0ED6E33}"/>
          </ac:spMkLst>
        </pc:spChg>
        <pc:spChg chg="mod">
          <ac:chgData name="Fatma Ansari" userId="511862148694a913" providerId="LiveId" clId="{4ABCA5D8-16B8-4F47-A14A-2E38ADAA8290}" dt="2024-10-23T09:23:03.471" v="3198" actId="6549"/>
          <ac:spMkLst>
            <pc:docMk/>
            <pc:sldMk cId="3297823726" sldId="265"/>
            <ac:spMk id="134" creationId="{EBA5B998-664F-41CB-9F88-8CD0B93741AE}"/>
          </ac:spMkLst>
        </pc:spChg>
        <pc:spChg chg="mod">
          <ac:chgData name="Fatma Ansari" userId="511862148694a913" providerId="LiveId" clId="{4ABCA5D8-16B8-4F47-A14A-2E38ADAA8290}" dt="2024-10-23T09:23:07.884" v="3199" actId="6549"/>
          <ac:spMkLst>
            <pc:docMk/>
            <pc:sldMk cId="3297823726" sldId="265"/>
            <ac:spMk id="135" creationId="{859738A3-7786-4A1F-B765-ED6DCAB5FF0C}"/>
          </ac:spMkLst>
        </pc:spChg>
        <pc:spChg chg="del">
          <ac:chgData name="Fatma Ansari" userId="511862148694a913" providerId="LiveId" clId="{4ABCA5D8-16B8-4F47-A14A-2E38ADAA8290}" dt="2024-10-23T09:23:52.152" v="3209" actId="478"/>
          <ac:spMkLst>
            <pc:docMk/>
            <pc:sldMk cId="3297823726" sldId="265"/>
            <ac:spMk id="145" creationId="{7FDF1E90-F507-4603-8288-114F49C041A7}"/>
          </ac:spMkLst>
        </pc:spChg>
        <pc:spChg chg="del">
          <ac:chgData name="Fatma Ansari" userId="511862148694a913" providerId="LiveId" clId="{4ABCA5D8-16B8-4F47-A14A-2E38ADAA8290}" dt="2024-10-23T09:23:59.395" v="3211" actId="478"/>
          <ac:spMkLst>
            <pc:docMk/>
            <pc:sldMk cId="3297823726" sldId="265"/>
            <ac:spMk id="146" creationId="{1BCC0185-655B-4758-84FC-632F7D04D2AA}"/>
          </ac:spMkLst>
        </pc:spChg>
        <pc:spChg chg="del">
          <ac:chgData name="Fatma Ansari" userId="511862148694a913" providerId="LiveId" clId="{4ABCA5D8-16B8-4F47-A14A-2E38ADAA8290}" dt="2024-10-23T09:23:55.639" v="3210" actId="478"/>
          <ac:spMkLst>
            <pc:docMk/>
            <pc:sldMk cId="3297823726" sldId="265"/>
            <ac:spMk id="147" creationId="{E4FCE0FE-F05F-4461-A24B-26E43CE8E41C}"/>
          </ac:spMkLst>
        </pc:spChg>
        <pc:spChg chg="del mod">
          <ac:chgData name="Fatma Ansari" userId="511862148694a913" providerId="LiveId" clId="{4ABCA5D8-16B8-4F47-A14A-2E38ADAA8290}" dt="2024-10-23T09:23:33.049" v="3207" actId="478"/>
          <ac:spMkLst>
            <pc:docMk/>
            <pc:sldMk cId="3297823726" sldId="265"/>
            <ac:spMk id="169" creationId="{BF2106BC-0DA8-4FFB-B5A1-E6F770444DFC}"/>
          </ac:spMkLst>
        </pc:spChg>
        <pc:spChg chg="del">
          <ac:chgData name="Fatma Ansari" userId="511862148694a913" providerId="LiveId" clId="{4ABCA5D8-16B8-4F47-A14A-2E38ADAA8290}" dt="2024-10-23T09:22:47.791" v="3197" actId="478"/>
          <ac:spMkLst>
            <pc:docMk/>
            <pc:sldMk cId="3297823726" sldId="265"/>
            <ac:spMk id="226" creationId="{720361B1-6153-4319-BE49-18DE2718A409}"/>
          </ac:spMkLst>
        </pc:spChg>
        <pc:spChg chg="del">
          <ac:chgData name="Fatma Ansari" userId="511862148694a913" providerId="LiveId" clId="{4ABCA5D8-16B8-4F47-A14A-2E38ADAA8290}" dt="2024-10-23T09:22:44.034" v="3196" actId="478"/>
          <ac:spMkLst>
            <pc:docMk/>
            <pc:sldMk cId="3297823726" sldId="265"/>
            <ac:spMk id="227" creationId="{EA023031-7790-463F-AAEB-85A09D470494}"/>
          </ac:spMkLst>
        </pc:spChg>
        <pc:spChg chg="del mod">
          <ac:chgData name="Fatma Ansari" userId="511862148694a913" providerId="LiveId" clId="{4ABCA5D8-16B8-4F47-A14A-2E38ADAA8290}" dt="2024-10-23T09:22:41.007" v="3195" actId="478"/>
          <ac:spMkLst>
            <pc:docMk/>
            <pc:sldMk cId="3297823726" sldId="265"/>
            <ac:spMk id="228" creationId="{3D5F8BD5-CF29-4CAD-BA4E-3B9846D284B4}"/>
          </ac:spMkLst>
        </pc:spChg>
        <pc:spChg chg="del">
          <ac:chgData name="Fatma Ansari" userId="511862148694a913" providerId="LiveId" clId="{4ABCA5D8-16B8-4F47-A14A-2E38ADAA8290}" dt="2024-10-23T09:24:09.480" v="3212" actId="478"/>
          <ac:spMkLst>
            <pc:docMk/>
            <pc:sldMk cId="3297823726" sldId="265"/>
            <ac:spMk id="231" creationId="{EDC8369A-609E-43DE-9718-BF9F4981E1AB}"/>
          </ac:spMkLst>
        </pc:spChg>
        <pc:spChg chg="del">
          <ac:chgData name="Fatma Ansari" userId="511862148694a913" providerId="LiveId" clId="{4ABCA5D8-16B8-4F47-A14A-2E38ADAA8290}" dt="2024-10-23T09:24:13.917" v="3213" actId="478"/>
          <ac:spMkLst>
            <pc:docMk/>
            <pc:sldMk cId="3297823726" sldId="265"/>
            <ac:spMk id="232" creationId="{64C73AFE-A96D-4D3C-BCF3-240F075F136C}"/>
          </ac:spMkLst>
        </pc:spChg>
        <pc:spChg chg="del">
          <ac:chgData name="Fatma Ansari" userId="511862148694a913" providerId="LiveId" clId="{4ABCA5D8-16B8-4F47-A14A-2E38ADAA8290}" dt="2024-10-23T09:24:18.077" v="3214" actId="478"/>
          <ac:spMkLst>
            <pc:docMk/>
            <pc:sldMk cId="3297823726" sldId="265"/>
            <ac:spMk id="233" creationId="{D159E383-8E4F-4666-978D-485924147B35}"/>
          </ac:spMkLst>
        </pc:spChg>
        <pc:spChg chg="del">
          <ac:chgData name="Fatma Ansari" userId="511862148694a913" providerId="LiveId" clId="{4ABCA5D8-16B8-4F47-A14A-2E38ADAA8290}" dt="2024-10-23T09:24:26.146" v="3216" actId="478"/>
          <ac:spMkLst>
            <pc:docMk/>
            <pc:sldMk cId="3297823726" sldId="265"/>
            <ac:spMk id="244" creationId="{0E602EF6-D61B-4452-A065-8E4137649A38}"/>
          </ac:spMkLst>
        </pc:spChg>
        <pc:spChg chg="del">
          <ac:chgData name="Fatma Ansari" userId="511862148694a913" providerId="LiveId" clId="{4ABCA5D8-16B8-4F47-A14A-2E38ADAA8290}" dt="2024-10-23T09:25:50.071" v="3233" actId="478"/>
          <ac:spMkLst>
            <pc:docMk/>
            <pc:sldMk cId="3297823726" sldId="265"/>
            <ac:spMk id="246" creationId="{73C24323-5928-4932-8372-87FC25E7B541}"/>
          </ac:spMkLst>
        </pc:spChg>
        <pc:grpChg chg="del">
          <ac:chgData name="Fatma Ansari" userId="511862148694a913" providerId="LiveId" clId="{4ABCA5D8-16B8-4F47-A14A-2E38ADAA8290}" dt="2024-10-23T09:23:19.466" v="3203" actId="478"/>
          <ac:grpSpMkLst>
            <pc:docMk/>
            <pc:sldMk cId="3297823726" sldId="265"/>
            <ac:grpSpMk id="124" creationId="{861F56AA-1015-4B4B-BCB0-B918B3330F71}"/>
          </ac:grpSpMkLst>
        </pc:grpChg>
        <pc:grpChg chg="del">
          <ac:chgData name="Fatma Ansari" userId="511862148694a913" providerId="LiveId" clId="{4ABCA5D8-16B8-4F47-A14A-2E38ADAA8290}" dt="2024-10-23T09:25:52.623" v="3234" actId="478"/>
          <ac:grpSpMkLst>
            <pc:docMk/>
            <pc:sldMk cId="3297823726" sldId="265"/>
            <ac:grpSpMk id="140" creationId="{A654CEAB-2F50-4C96-9B24-E337B542DF79}"/>
          </ac:grpSpMkLst>
        </pc:grpChg>
        <pc:grpChg chg="del">
          <ac:chgData name="Fatma Ansari" userId="511862148694a913" providerId="LiveId" clId="{4ABCA5D8-16B8-4F47-A14A-2E38ADAA8290}" dt="2024-10-23T09:23:55.639" v="3210" actId="478"/>
          <ac:grpSpMkLst>
            <pc:docMk/>
            <pc:sldMk cId="3297823726" sldId="265"/>
            <ac:grpSpMk id="141" creationId="{41DFD52D-6E99-45D6-B672-AB6CBC895B76}"/>
          </ac:grpSpMkLst>
        </pc:grpChg>
        <pc:grpChg chg="del">
          <ac:chgData name="Fatma Ansari" userId="511862148694a913" providerId="LiveId" clId="{4ABCA5D8-16B8-4F47-A14A-2E38ADAA8290}" dt="2024-10-23T09:23:17.521" v="3202" actId="478"/>
          <ac:grpSpMkLst>
            <pc:docMk/>
            <pc:sldMk cId="3297823726" sldId="265"/>
            <ac:grpSpMk id="148" creationId="{15DD5FFE-D289-450F-A59A-C1AB5531BFF0}"/>
          </ac:grpSpMkLst>
        </pc:grpChg>
        <pc:grpChg chg="del">
          <ac:chgData name="Fatma Ansari" userId="511862148694a913" providerId="LiveId" clId="{4ABCA5D8-16B8-4F47-A14A-2E38ADAA8290}" dt="2024-10-23T09:23:40.738" v="3208" actId="478"/>
          <ac:grpSpMkLst>
            <pc:docMk/>
            <pc:sldMk cId="3297823726" sldId="265"/>
            <ac:grpSpMk id="164" creationId="{1DEBB154-E080-457D-83F7-B90F75B455A7}"/>
          </ac:grpSpMkLst>
        </pc:grpChg>
        <pc:grpChg chg="del">
          <ac:chgData name="Fatma Ansari" userId="511862148694a913" providerId="LiveId" clId="{4ABCA5D8-16B8-4F47-A14A-2E38ADAA8290}" dt="2024-10-23T09:23:15.530" v="3201" actId="478"/>
          <ac:grpSpMkLst>
            <pc:docMk/>
            <pc:sldMk cId="3297823726" sldId="265"/>
            <ac:grpSpMk id="172" creationId="{AA5032C5-BE6C-49DF-AC7E-B5BEF09D3764}"/>
          </ac:grpSpMkLst>
        </pc:grpChg>
        <pc:grpChg chg="del">
          <ac:chgData name="Fatma Ansari" userId="511862148694a913" providerId="LiveId" clId="{4ABCA5D8-16B8-4F47-A14A-2E38ADAA8290}" dt="2024-10-23T09:23:26.723" v="3205" actId="478"/>
          <ac:grpSpMkLst>
            <pc:docMk/>
            <pc:sldMk cId="3297823726" sldId="265"/>
            <ac:grpSpMk id="188" creationId="{43875A22-0DBD-435C-9577-5B89528113D8}"/>
          </ac:grpSpMkLst>
        </pc:grpChg>
        <pc:grpChg chg="del">
          <ac:chgData name="Fatma Ansari" userId="511862148694a913" providerId="LiveId" clId="{4ABCA5D8-16B8-4F47-A14A-2E38ADAA8290}" dt="2024-10-23T09:23:12.576" v="3200" actId="478"/>
          <ac:grpSpMkLst>
            <pc:docMk/>
            <pc:sldMk cId="3297823726" sldId="265"/>
            <ac:grpSpMk id="205" creationId="{ADF45298-5591-41CF-A30F-94CCE7EE78FD}"/>
          </ac:grpSpMkLst>
        </pc:grpChg>
        <pc:grpChg chg="del">
          <ac:chgData name="Fatma Ansari" userId="511862148694a913" providerId="LiveId" clId="{4ABCA5D8-16B8-4F47-A14A-2E38ADAA8290}" dt="2024-10-23T09:24:21.987" v="3215" actId="478"/>
          <ac:grpSpMkLst>
            <pc:docMk/>
            <pc:sldMk cId="3297823726" sldId="265"/>
            <ac:grpSpMk id="230" creationId="{B29E114D-A47D-474F-8DCA-10C1946239F7}"/>
          </ac:grpSpMkLst>
        </pc:grpChg>
        <pc:picChg chg="add mod">
          <ac:chgData name="Fatma Ansari" userId="511862148694a913" providerId="LiveId" clId="{4ABCA5D8-16B8-4F47-A14A-2E38ADAA8290}" dt="2024-10-23T10:41:27.185" v="3692" actId="14100"/>
          <ac:picMkLst>
            <pc:docMk/>
            <pc:sldMk cId="3297823726" sldId="265"/>
            <ac:picMk id="5" creationId="{0F5C05C3-5A84-1904-EDB4-F442B23F2892}"/>
          </ac:picMkLst>
        </pc:picChg>
        <pc:picChg chg="add mod">
          <ac:chgData name="Fatma Ansari" userId="511862148694a913" providerId="LiveId" clId="{4ABCA5D8-16B8-4F47-A14A-2E38ADAA8290}" dt="2024-10-23T10:41:39.316" v="3694" actId="14100"/>
          <ac:picMkLst>
            <pc:docMk/>
            <pc:sldMk cId="3297823726" sldId="265"/>
            <ac:picMk id="11" creationId="{69E37ED0-ADAE-3C01-998C-4FE3E4BE6A94}"/>
          </ac:picMkLst>
        </pc:picChg>
        <pc:picChg chg="add del mod">
          <ac:chgData name="Fatma Ansari" userId="511862148694a913" providerId="LiveId" clId="{4ABCA5D8-16B8-4F47-A14A-2E38ADAA8290}" dt="2024-10-23T10:39:37.966" v="3687" actId="478"/>
          <ac:picMkLst>
            <pc:docMk/>
            <pc:sldMk cId="3297823726" sldId="265"/>
            <ac:picMk id="13" creationId="{6C45AAAF-6DD9-5E44-FF23-82FB757638A5}"/>
          </ac:picMkLst>
        </pc:picChg>
        <pc:cxnChg chg="del">
          <ac:chgData name="Fatma Ansari" userId="511862148694a913" providerId="LiveId" clId="{4ABCA5D8-16B8-4F47-A14A-2E38ADAA8290}" dt="2024-10-23T09:23:22.109" v="3204" actId="478"/>
          <ac:cxnSpMkLst>
            <pc:docMk/>
            <pc:sldMk cId="3297823726" sldId="265"/>
            <ac:cxnSpMk id="229" creationId="{F262E54F-8AFF-40AE-BC21-292615800A5E}"/>
          </ac:cxnSpMkLst>
        </pc:cxnChg>
      </pc:sldChg>
      <pc:sldChg chg="addSp delSp modSp mod modTransition modAnim">
        <pc:chgData name="Fatma Ansari" userId="511862148694a913" providerId="LiveId" clId="{4ABCA5D8-16B8-4F47-A14A-2E38ADAA8290}" dt="2024-10-23T15:37:25.996" v="3976"/>
        <pc:sldMkLst>
          <pc:docMk/>
          <pc:sldMk cId="2903599816" sldId="266"/>
        </pc:sldMkLst>
        <pc:spChg chg="del">
          <ac:chgData name="Fatma Ansari" userId="511862148694a913" providerId="LiveId" clId="{4ABCA5D8-16B8-4F47-A14A-2E38ADAA8290}" dt="2024-10-23T11:17:17.690" v="3776" actId="478"/>
          <ac:spMkLst>
            <pc:docMk/>
            <pc:sldMk cId="2903599816" sldId="266"/>
            <ac:spMk id="2" creationId="{65E6333D-C549-4A57-B609-2FA2E790D9F1}"/>
          </ac:spMkLst>
        </pc:spChg>
        <pc:spChg chg="mod">
          <ac:chgData name="Fatma Ansari" userId="511862148694a913" providerId="LiveId" clId="{4ABCA5D8-16B8-4F47-A14A-2E38ADAA8290}" dt="2024-10-23T15:35:58.426" v="3965" actId="20577"/>
          <ac:spMkLst>
            <pc:docMk/>
            <pc:sldMk cId="2903599816" sldId="266"/>
            <ac:spMk id="4" creationId="{A4A0D72C-D227-4776-9E3B-8D09F58D1747}"/>
          </ac:spMkLst>
        </pc:spChg>
        <pc:spChg chg="mod">
          <ac:chgData name="Fatma Ansari" userId="511862148694a913" providerId="LiveId" clId="{4ABCA5D8-16B8-4F47-A14A-2E38ADAA8290}" dt="2024-10-23T11:27:02.145" v="3827" actId="1076"/>
          <ac:spMkLst>
            <pc:docMk/>
            <pc:sldMk cId="2903599816" sldId="266"/>
            <ac:spMk id="5" creationId="{16593983-AEC5-4450-A5CD-B66EE3F91D94}"/>
          </ac:spMkLst>
        </pc:spChg>
        <pc:spChg chg="add del mod">
          <ac:chgData name="Fatma Ansari" userId="511862148694a913" providerId="LiveId" clId="{4ABCA5D8-16B8-4F47-A14A-2E38ADAA8290}" dt="2024-10-23T11:17:20.428" v="3777" actId="478"/>
          <ac:spMkLst>
            <pc:docMk/>
            <pc:sldMk cId="2903599816" sldId="266"/>
            <ac:spMk id="10" creationId="{EA2391A9-DBBA-F606-5793-530A82EB8D09}"/>
          </ac:spMkLst>
        </pc:spChg>
        <pc:spChg chg="del">
          <ac:chgData name="Fatma Ansari" userId="511862148694a913" providerId="LiveId" clId="{4ABCA5D8-16B8-4F47-A14A-2E38ADAA8290}" dt="2024-10-23T11:19:50.483" v="3802" actId="478"/>
          <ac:spMkLst>
            <pc:docMk/>
            <pc:sldMk cId="2903599816" sldId="266"/>
            <ac:spMk id="11" creationId="{7A9B0272-590F-46CF-B03F-3D641F9F446E}"/>
          </ac:spMkLst>
        </pc:spChg>
        <pc:spChg chg="add del mod">
          <ac:chgData name="Fatma Ansari" userId="511862148694a913" providerId="LiveId" clId="{4ABCA5D8-16B8-4F47-A14A-2E38ADAA8290}" dt="2024-10-23T11:35:08.351" v="3864" actId="478"/>
          <ac:spMkLst>
            <pc:docMk/>
            <pc:sldMk cId="2903599816" sldId="266"/>
            <ac:spMk id="14" creationId="{F5FA7F9C-832E-EFC0-9117-AB854FEDE5BE}"/>
          </ac:spMkLst>
        </pc:spChg>
        <pc:spChg chg="add mod">
          <ac:chgData name="Fatma Ansari" userId="511862148694a913" providerId="LiveId" clId="{4ABCA5D8-16B8-4F47-A14A-2E38ADAA8290}" dt="2024-10-23T11:40:30.372" v="3914" actId="403"/>
          <ac:spMkLst>
            <pc:docMk/>
            <pc:sldMk cId="2903599816" sldId="266"/>
            <ac:spMk id="18" creationId="{98BB684D-E0C7-CB68-0B59-0E2B96775626}"/>
          </ac:spMkLst>
        </pc:spChg>
        <pc:graphicFrameChg chg="del modGraphic">
          <ac:chgData name="Fatma Ansari" userId="511862148694a913" providerId="LiveId" clId="{4ABCA5D8-16B8-4F47-A14A-2E38ADAA8290}" dt="2024-10-23T11:17:07.349" v="3775" actId="478"/>
          <ac:graphicFrameMkLst>
            <pc:docMk/>
            <pc:sldMk cId="2903599816" sldId="266"/>
            <ac:graphicFrameMk id="6" creationId="{80535F35-2827-4072-AE4C-D615FED69298}"/>
          </ac:graphicFrameMkLst>
        </pc:graphicFrameChg>
        <pc:graphicFrameChg chg="del">
          <ac:chgData name="Fatma Ansari" userId="511862148694a913" providerId="LiveId" clId="{4ABCA5D8-16B8-4F47-A14A-2E38ADAA8290}" dt="2024-10-23T11:17:27.248" v="3778" actId="478"/>
          <ac:graphicFrameMkLst>
            <pc:docMk/>
            <pc:sldMk cId="2903599816" sldId="266"/>
            <ac:graphicFrameMk id="7" creationId="{7CF75518-60C3-4E8C-9EDA-7E3653720377}"/>
          </ac:graphicFrameMkLst>
        </pc:graphicFrameChg>
        <pc:graphicFrameChg chg="del">
          <ac:chgData name="Fatma Ansari" userId="511862148694a913" providerId="LiveId" clId="{4ABCA5D8-16B8-4F47-A14A-2E38ADAA8290}" dt="2024-10-23T11:19:55.019" v="3803" actId="478"/>
          <ac:graphicFrameMkLst>
            <pc:docMk/>
            <pc:sldMk cId="2903599816" sldId="266"/>
            <ac:graphicFrameMk id="9" creationId="{B62221BF-5D6F-46B4-B14D-31C322BD7F7D}"/>
          </ac:graphicFrameMkLst>
        </pc:graphicFrameChg>
        <pc:graphicFrameChg chg="add del mod modGraphic">
          <ac:chgData name="Fatma Ansari" userId="511862148694a913" providerId="LiveId" clId="{4ABCA5D8-16B8-4F47-A14A-2E38ADAA8290}" dt="2024-10-23T11:35:35.238" v="3870" actId="478"/>
          <ac:graphicFrameMkLst>
            <pc:docMk/>
            <pc:sldMk cId="2903599816" sldId="266"/>
            <ac:graphicFrameMk id="12" creationId="{ED0CCDA0-A33A-1B3A-07BA-3FBBE88B9415}"/>
          </ac:graphicFrameMkLst>
        </pc:graphicFrameChg>
        <pc:graphicFrameChg chg="add del mod modGraphic">
          <ac:chgData name="Fatma Ansari" userId="511862148694a913" providerId="LiveId" clId="{4ABCA5D8-16B8-4F47-A14A-2E38ADAA8290}" dt="2024-10-23T11:33:49.643" v="3850" actId="478"/>
          <ac:graphicFrameMkLst>
            <pc:docMk/>
            <pc:sldMk cId="2903599816" sldId="266"/>
            <ac:graphicFrameMk id="17" creationId="{779265B9-4EC0-862C-4555-C867C7B6540C}"/>
          </ac:graphicFrameMkLst>
        </pc:graphicFrameChg>
        <pc:picChg chg="add mod">
          <ac:chgData name="Fatma Ansari" userId="511862148694a913" providerId="LiveId" clId="{4ABCA5D8-16B8-4F47-A14A-2E38ADAA8290}" dt="2024-10-23T11:36:45.147" v="3893" actId="14100"/>
          <ac:picMkLst>
            <pc:docMk/>
            <pc:sldMk cId="2903599816" sldId="266"/>
            <ac:picMk id="16" creationId="{9BBDC1CA-1AA7-22E3-F2B0-75739A2AA0BB}"/>
          </ac:picMkLst>
        </pc:picChg>
      </pc:sldChg>
      <pc:sldChg chg="del">
        <pc:chgData name="Fatma Ansari" userId="511862148694a913" providerId="LiveId" clId="{4ABCA5D8-16B8-4F47-A14A-2E38ADAA8290}" dt="2024-10-23T09:56:24.583" v="3503" actId="2696"/>
        <pc:sldMkLst>
          <pc:docMk/>
          <pc:sldMk cId="786406106" sldId="267"/>
        </pc:sldMkLst>
      </pc:sldChg>
      <pc:sldChg chg="del">
        <pc:chgData name="Fatma Ansari" userId="511862148694a913" providerId="LiveId" clId="{4ABCA5D8-16B8-4F47-A14A-2E38ADAA8290}" dt="2024-10-23T10:21:49.604" v="3686" actId="2696"/>
        <pc:sldMkLst>
          <pc:docMk/>
          <pc:sldMk cId="1110891383" sldId="271"/>
        </pc:sldMkLst>
      </pc:sldChg>
      <pc:sldChg chg="del">
        <pc:chgData name="Fatma Ansari" userId="511862148694a913" providerId="LiveId" clId="{4ABCA5D8-16B8-4F47-A14A-2E38ADAA8290}" dt="2024-10-23T09:56:53.716" v="3504" actId="2696"/>
        <pc:sldMkLst>
          <pc:docMk/>
          <pc:sldMk cId="618570312" sldId="272"/>
        </pc:sldMkLst>
      </pc:sldChg>
      <pc:sldChg chg="del">
        <pc:chgData name="Fatma Ansari" userId="511862148694a913" providerId="LiveId" clId="{4ABCA5D8-16B8-4F47-A14A-2E38ADAA8290}" dt="2024-10-23T09:56:59.145" v="3505" actId="2696"/>
        <pc:sldMkLst>
          <pc:docMk/>
          <pc:sldMk cId="71375660" sldId="273"/>
        </pc:sldMkLst>
      </pc:sldChg>
      <pc:sldChg chg="addSp modSp mod modTransition modAnim">
        <pc:chgData name="Fatma Ansari" userId="511862148694a913" providerId="LiveId" clId="{4ABCA5D8-16B8-4F47-A14A-2E38ADAA8290}" dt="2024-10-24T06:10:10.498" v="4128"/>
        <pc:sldMkLst>
          <pc:docMk/>
          <pc:sldMk cId="3476954114" sldId="274"/>
        </pc:sldMkLst>
        <pc:spChg chg="mod">
          <ac:chgData name="Fatma Ansari" userId="511862148694a913" providerId="LiveId" clId="{4ABCA5D8-16B8-4F47-A14A-2E38ADAA8290}" dt="2024-10-23T09:59:15.398" v="3679" actId="207"/>
          <ac:spMkLst>
            <pc:docMk/>
            <pc:sldMk cId="3476954114" sldId="274"/>
            <ac:spMk id="3" creationId="{C17F5BF1-88DB-42F2-98A6-4C7FBFC311C4}"/>
          </ac:spMkLst>
        </pc:spChg>
        <pc:spChg chg="mod">
          <ac:chgData name="Fatma Ansari" userId="511862148694a913" providerId="LiveId" clId="{4ABCA5D8-16B8-4F47-A14A-2E38ADAA8290}" dt="2024-10-23T09:59:52.261" v="3682" actId="207"/>
          <ac:spMkLst>
            <pc:docMk/>
            <pc:sldMk cId="3476954114" sldId="274"/>
            <ac:spMk id="4" creationId="{7E7E363B-55F5-4528-8A9D-A5D90055CD92}"/>
          </ac:spMkLst>
        </pc:spChg>
        <pc:spChg chg="mod">
          <ac:chgData name="Fatma Ansari" userId="511862148694a913" providerId="LiveId" clId="{4ABCA5D8-16B8-4F47-A14A-2E38ADAA8290}" dt="2024-10-23T09:59:37.927" v="3681" actId="207"/>
          <ac:spMkLst>
            <pc:docMk/>
            <pc:sldMk cId="3476954114" sldId="274"/>
            <ac:spMk id="5" creationId="{045FEE4F-333C-40EF-B46D-8D25C79C05D2}"/>
          </ac:spMkLst>
        </pc:spChg>
        <pc:spChg chg="mod">
          <ac:chgData name="Fatma Ansari" userId="511862148694a913" providerId="LiveId" clId="{4ABCA5D8-16B8-4F47-A14A-2E38ADAA8290}" dt="2024-10-24T06:08:03.072" v="4114" actId="14100"/>
          <ac:spMkLst>
            <pc:docMk/>
            <pc:sldMk cId="3476954114" sldId="274"/>
            <ac:spMk id="6" creationId="{05F44DEB-FABF-4ADE-B7EB-29DFAFA3DFF6}"/>
          </ac:spMkLst>
        </pc:spChg>
        <pc:spChg chg="mod">
          <ac:chgData name="Fatma Ansari" userId="511862148694a913" providerId="LiveId" clId="{4ABCA5D8-16B8-4F47-A14A-2E38ADAA8290}" dt="2024-10-23T10:00:04.531" v="3683" actId="207"/>
          <ac:spMkLst>
            <pc:docMk/>
            <pc:sldMk cId="3476954114" sldId="274"/>
            <ac:spMk id="7" creationId="{CF795760-75DB-4415-BB10-2C6299BBF11C}"/>
          </ac:spMkLst>
        </pc:spChg>
        <pc:picChg chg="mod">
          <ac:chgData name="Fatma Ansari" userId="511862148694a913" providerId="LiveId" clId="{4ABCA5D8-16B8-4F47-A14A-2E38ADAA8290}" dt="2024-10-24T06:09:16.498" v="4119" actId="1076"/>
          <ac:picMkLst>
            <pc:docMk/>
            <pc:sldMk cId="3476954114" sldId="274"/>
            <ac:picMk id="17" creationId="{F923CFB6-5709-405C-8762-B310D3F21953}"/>
          </ac:picMkLst>
        </pc:picChg>
        <pc:picChg chg="add mod">
          <ac:chgData name="Fatma Ansari" userId="511862148694a913" providerId="LiveId" clId="{4ABCA5D8-16B8-4F47-A14A-2E38ADAA8290}" dt="2024-10-24T06:10:01.593" v="4127" actId="1076"/>
          <ac:picMkLst>
            <pc:docMk/>
            <pc:sldMk cId="3476954114" sldId="274"/>
            <ac:picMk id="1026" creationId="{7F9F34FE-5551-5CFB-7CC7-6E9999AA890A}"/>
          </ac:picMkLst>
        </pc:picChg>
      </pc:sldChg>
      <pc:sldChg chg="addSp delSp modSp new del mod">
        <pc:chgData name="Fatma Ansari" userId="511862148694a913" providerId="LiveId" clId="{4ABCA5D8-16B8-4F47-A14A-2E38ADAA8290}" dt="2024-10-22T19:45:29.027" v="673" actId="2696"/>
        <pc:sldMkLst>
          <pc:docMk/>
          <pc:sldMk cId="377543091" sldId="275"/>
        </pc:sldMkLst>
        <pc:spChg chg="add del mod">
          <ac:chgData name="Fatma Ansari" userId="511862148694a913" providerId="LiveId" clId="{4ABCA5D8-16B8-4F47-A14A-2E38ADAA8290}" dt="2024-10-22T19:28:05.614" v="450" actId="14100"/>
          <ac:spMkLst>
            <pc:docMk/>
            <pc:sldMk cId="377543091" sldId="275"/>
            <ac:spMk id="2" creationId="{BA0A5CED-BCE0-9D72-CFFD-ECC16E58355A}"/>
          </ac:spMkLst>
        </pc:spChg>
        <pc:spChg chg="mod">
          <ac:chgData name="Fatma Ansari" userId="511862148694a913" providerId="LiveId" clId="{4ABCA5D8-16B8-4F47-A14A-2E38ADAA8290}" dt="2024-10-22T19:25:39.219" v="378" actId="20577"/>
          <ac:spMkLst>
            <pc:docMk/>
            <pc:sldMk cId="377543091" sldId="275"/>
            <ac:spMk id="3" creationId="{215844B1-1175-A6BB-9BBD-6F4C53B3CE1E}"/>
          </ac:spMkLst>
        </pc:spChg>
        <pc:spChg chg="add del mod">
          <ac:chgData name="Fatma Ansari" userId="511862148694a913" providerId="LiveId" clId="{4ABCA5D8-16B8-4F47-A14A-2E38ADAA8290}" dt="2024-10-22T19:28:05.614" v="450" actId="14100"/>
          <ac:spMkLst>
            <pc:docMk/>
            <pc:sldMk cId="377543091" sldId="275"/>
            <ac:spMk id="5" creationId="{25A70991-470C-F4F4-5C9B-9B80E25B9DFA}"/>
          </ac:spMkLst>
        </pc:spChg>
        <pc:spChg chg="add del mod">
          <ac:chgData name="Fatma Ansari" userId="511862148694a913" providerId="LiveId" clId="{4ABCA5D8-16B8-4F47-A14A-2E38ADAA8290}" dt="2024-10-22T19:28:05.614" v="450" actId="14100"/>
          <ac:spMkLst>
            <pc:docMk/>
            <pc:sldMk cId="377543091" sldId="275"/>
            <ac:spMk id="6" creationId="{6287B3FD-396F-4363-4B13-0FF29825EF5F}"/>
          </ac:spMkLst>
        </pc:spChg>
        <pc:spChg chg="add del mod">
          <ac:chgData name="Fatma Ansari" userId="511862148694a913" providerId="LiveId" clId="{4ABCA5D8-16B8-4F47-A14A-2E38ADAA8290}" dt="2024-10-22T19:28:05.614" v="450" actId="14100"/>
          <ac:spMkLst>
            <pc:docMk/>
            <pc:sldMk cId="377543091" sldId="275"/>
            <ac:spMk id="7" creationId="{5CC5E79C-5E3E-0723-20B1-73634A7AD46C}"/>
          </ac:spMkLst>
        </pc:spChg>
        <pc:spChg chg="add del mod">
          <ac:chgData name="Fatma Ansari" userId="511862148694a913" providerId="LiveId" clId="{4ABCA5D8-16B8-4F47-A14A-2E38ADAA8290}" dt="2024-10-22T19:28:05.614" v="450" actId="14100"/>
          <ac:spMkLst>
            <pc:docMk/>
            <pc:sldMk cId="377543091" sldId="275"/>
            <ac:spMk id="8" creationId="{9BFD7F41-6290-5DE1-DF27-12F38638AD02}"/>
          </ac:spMkLst>
        </pc:spChg>
        <pc:spChg chg="add del mod">
          <ac:chgData name="Fatma Ansari" userId="511862148694a913" providerId="LiveId" clId="{4ABCA5D8-16B8-4F47-A14A-2E38ADAA8290}" dt="2024-10-22T19:28:05.614" v="450" actId="14100"/>
          <ac:spMkLst>
            <pc:docMk/>
            <pc:sldMk cId="377543091" sldId="275"/>
            <ac:spMk id="9" creationId="{C5F93DE8-46B9-F67A-6BC5-8D4C9A0B3951}"/>
          </ac:spMkLst>
        </pc:spChg>
        <pc:spChg chg="add del mod">
          <ac:chgData name="Fatma Ansari" userId="511862148694a913" providerId="LiveId" clId="{4ABCA5D8-16B8-4F47-A14A-2E38ADAA8290}" dt="2024-10-22T19:28:05.614" v="450" actId="14100"/>
          <ac:spMkLst>
            <pc:docMk/>
            <pc:sldMk cId="377543091" sldId="275"/>
            <ac:spMk id="10" creationId="{162A693F-CBC9-A6F5-B3B0-4EEBA1F6239C}"/>
          </ac:spMkLst>
        </pc:spChg>
        <pc:spChg chg="add del mod">
          <ac:chgData name="Fatma Ansari" userId="511862148694a913" providerId="LiveId" clId="{4ABCA5D8-16B8-4F47-A14A-2E38ADAA8290}" dt="2024-10-22T19:28:05.614" v="450" actId="14100"/>
          <ac:spMkLst>
            <pc:docMk/>
            <pc:sldMk cId="377543091" sldId="275"/>
            <ac:spMk id="11" creationId="{E618FB70-05D2-E969-5467-ABED8AAC03A9}"/>
          </ac:spMkLst>
        </pc:spChg>
        <pc:spChg chg="add del mod">
          <ac:chgData name="Fatma Ansari" userId="511862148694a913" providerId="LiveId" clId="{4ABCA5D8-16B8-4F47-A14A-2E38ADAA8290}" dt="2024-10-22T19:28:05.614" v="450" actId="14100"/>
          <ac:spMkLst>
            <pc:docMk/>
            <pc:sldMk cId="377543091" sldId="275"/>
            <ac:spMk id="12" creationId="{7495F198-C55B-1DBC-D9DE-A3B148608D6C}"/>
          </ac:spMkLst>
        </pc:spChg>
        <pc:spChg chg="add del mod">
          <ac:chgData name="Fatma Ansari" userId="511862148694a913" providerId="LiveId" clId="{4ABCA5D8-16B8-4F47-A14A-2E38ADAA8290}" dt="2024-10-22T19:28:05.614" v="450" actId="14100"/>
          <ac:spMkLst>
            <pc:docMk/>
            <pc:sldMk cId="377543091" sldId="275"/>
            <ac:spMk id="13" creationId="{0BDF8F14-ACE0-4B52-8A2B-B6E67A61678F}"/>
          </ac:spMkLst>
        </pc:spChg>
        <pc:spChg chg="add del mod">
          <ac:chgData name="Fatma Ansari" userId="511862148694a913" providerId="LiveId" clId="{4ABCA5D8-16B8-4F47-A14A-2E38ADAA8290}" dt="2024-10-22T19:28:05.614" v="450" actId="14100"/>
          <ac:spMkLst>
            <pc:docMk/>
            <pc:sldMk cId="377543091" sldId="275"/>
            <ac:spMk id="14" creationId="{BDB3625D-C0F2-EE4D-2122-E1FF0CDD41BB}"/>
          </ac:spMkLst>
        </pc:spChg>
        <pc:spChg chg="add del mod">
          <ac:chgData name="Fatma Ansari" userId="511862148694a913" providerId="LiveId" clId="{4ABCA5D8-16B8-4F47-A14A-2E38ADAA8290}" dt="2024-10-22T19:28:05.614" v="450" actId="14100"/>
          <ac:spMkLst>
            <pc:docMk/>
            <pc:sldMk cId="377543091" sldId="275"/>
            <ac:spMk id="16" creationId="{9491FC67-CBD0-061B-234B-EE38979D5977}"/>
          </ac:spMkLst>
        </pc:spChg>
        <pc:spChg chg="add del mod">
          <ac:chgData name="Fatma Ansari" userId="511862148694a913" providerId="LiveId" clId="{4ABCA5D8-16B8-4F47-A14A-2E38ADAA8290}" dt="2024-10-22T19:28:05.614" v="450" actId="14100"/>
          <ac:spMkLst>
            <pc:docMk/>
            <pc:sldMk cId="377543091" sldId="275"/>
            <ac:spMk id="17" creationId="{0749AE3C-38E5-38CA-B49C-83235C4074FD}"/>
          </ac:spMkLst>
        </pc:spChg>
        <pc:spChg chg="add del mod">
          <ac:chgData name="Fatma Ansari" userId="511862148694a913" providerId="LiveId" clId="{4ABCA5D8-16B8-4F47-A14A-2E38ADAA8290}" dt="2024-10-22T19:28:05.614" v="450" actId="14100"/>
          <ac:spMkLst>
            <pc:docMk/>
            <pc:sldMk cId="377543091" sldId="275"/>
            <ac:spMk id="18" creationId="{7DED8540-5965-3F60-E691-7AF4E6DCD0DE}"/>
          </ac:spMkLst>
        </pc:spChg>
        <pc:spChg chg="add del mod">
          <ac:chgData name="Fatma Ansari" userId="511862148694a913" providerId="LiveId" clId="{4ABCA5D8-16B8-4F47-A14A-2E38ADAA8290}" dt="2024-10-22T19:28:05.614" v="450" actId="14100"/>
          <ac:spMkLst>
            <pc:docMk/>
            <pc:sldMk cId="377543091" sldId="275"/>
            <ac:spMk id="19" creationId="{89609019-745D-BED8-8D0C-3D91EA646EF7}"/>
          </ac:spMkLst>
        </pc:spChg>
        <pc:spChg chg="add del mod">
          <ac:chgData name="Fatma Ansari" userId="511862148694a913" providerId="LiveId" clId="{4ABCA5D8-16B8-4F47-A14A-2E38ADAA8290}" dt="2024-10-22T19:28:05.614" v="450" actId="14100"/>
          <ac:spMkLst>
            <pc:docMk/>
            <pc:sldMk cId="377543091" sldId="275"/>
            <ac:spMk id="20" creationId="{FE7CD3D3-7124-9396-9A12-5CDE886124A8}"/>
          </ac:spMkLst>
        </pc:spChg>
      </pc:sldChg>
      <pc:sldChg chg="addSp delSp modSp new mod modTransition modAnim">
        <pc:chgData name="Fatma Ansari" userId="511862148694a913" providerId="LiveId" clId="{4ABCA5D8-16B8-4F47-A14A-2E38ADAA8290}" dt="2024-10-23T15:53:32.628" v="3991"/>
        <pc:sldMkLst>
          <pc:docMk/>
          <pc:sldMk cId="3349999837" sldId="275"/>
        </pc:sldMkLst>
        <pc:spChg chg="mod">
          <ac:chgData name="Fatma Ansari" userId="511862148694a913" providerId="LiveId" clId="{4ABCA5D8-16B8-4F47-A14A-2E38ADAA8290}" dt="2024-10-22T20:41:31.183" v="1050" actId="20577"/>
          <ac:spMkLst>
            <pc:docMk/>
            <pc:sldMk cId="3349999837" sldId="275"/>
            <ac:spMk id="2" creationId="{70D26206-59A9-E751-C42D-4B8426731871}"/>
          </ac:spMkLst>
        </pc:spChg>
        <pc:graphicFrameChg chg="add mod">
          <ac:chgData name="Fatma Ansari" userId="511862148694a913" providerId="LiveId" clId="{4ABCA5D8-16B8-4F47-A14A-2E38ADAA8290}" dt="2024-10-22T20:30:14.181" v="891"/>
          <ac:graphicFrameMkLst>
            <pc:docMk/>
            <pc:sldMk cId="3349999837" sldId="275"/>
            <ac:graphicFrameMk id="5" creationId="{203C1E4E-A19D-67E8-C705-F5449ED42AD2}"/>
          </ac:graphicFrameMkLst>
        </pc:graphicFrameChg>
        <pc:picChg chg="add del mod">
          <ac:chgData name="Fatma Ansari" userId="511862148694a913" providerId="LiveId" clId="{4ABCA5D8-16B8-4F47-A14A-2E38ADAA8290}" dt="2024-10-22T20:40:41.794" v="1010" actId="478"/>
          <ac:picMkLst>
            <pc:docMk/>
            <pc:sldMk cId="3349999837" sldId="275"/>
            <ac:picMk id="7" creationId="{2B5B33D6-776F-E223-86D8-BD3A033C0173}"/>
          </ac:picMkLst>
        </pc:picChg>
        <pc:picChg chg="add del mod">
          <ac:chgData name="Fatma Ansari" userId="511862148694a913" providerId="LiveId" clId="{4ABCA5D8-16B8-4F47-A14A-2E38ADAA8290}" dt="2024-10-22T20:34:47.067" v="899" actId="21"/>
          <ac:picMkLst>
            <pc:docMk/>
            <pc:sldMk cId="3349999837" sldId="275"/>
            <ac:picMk id="9" creationId="{5AB02AFD-9535-1588-911A-07C0131A0991}"/>
          </ac:picMkLst>
        </pc:picChg>
        <pc:picChg chg="add del mod">
          <ac:chgData name="Fatma Ansari" userId="511862148694a913" providerId="LiveId" clId="{4ABCA5D8-16B8-4F47-A14A-2E38ADAA8290}" dt="2024-10-22T20:37:25.405" v="942" actId="21"/>
          <ac:picMkLst>
            <pc:docMk/>
            <pc:sldMk cId="3349999837" sldId="275"/>
            <ac:picMk id="11" creationId="{FBE3A7D7-FE4F-9576-3FA3-B6DA01B5B10E}"/>
          </ac:picMkLst>
        </pc:picChg>
      </pc:sldChg>
      <pc:sldChg chg="addSp modSp new mod modTransition modAnim">
        <pc:chgData name="Fatma Ansari" userId="511862148694a913" providerId="LiveId" clId="{4ABCA5D8-16B8-4F47-A14A-2E38ADAA8290}" dt="2024-10-23T15:53:55.506" v="3993"/>
        <pc:sldMkLst>
          <pc:docMk/>
          <pc:sldMk cId="2303151536" sldId="276"/>
        </pc:sldMkLst>
        <pc:spChg chg="mod">
          <ac:chgData name="Fatma Ansari" userId="511862148694a913" providerId="LiveId" clId="{4ABCA5D8-16B8-4F47-A14A-2E38ADAA8290}" dt="2024-10-22T20:41:24.245" v="1048" actId="20577"/>
          <ac:spMkLst>
            <pc:docMk/>
            <pc:sldMk cId="2303151536" sldId="276"/>
            <ac:spMk id="2" creationId="{550A69E2-9840-F02D-7ED4-B8F522521422}"/>
          </ac:spMkLst>
        </pc:spChg>
        <pc:picChg chg="add mod">
          <ac:chgData name="Fatma Ansari" userId="511862148694a913" providerId="LiveId" clId="{4ABCA5D8-16B8-4F47-A14A-2E38ADAA8290}" dt="2024-10-22T20:39:48.857" v="1002" actId="14100"/>
          <ac:picMkLst>
            <pc:docMk/>
            <pc:sldMk cId="2303151536" sldId="276"/>
            <ac:picMk id="9" creationId="{5AB02AFD-9535-1588-911A-07C0131A0991}"/>
          </ac:picMkLst>
        </pc:picChg>
      </pc:sldChg>
      <pc:sldChg chg="addSp delSp modSp new mod modTransition modAnim">
        <pc:chgData name="Fatma Ansari" userId="511862148694a913" providerId="LiveId" clId="{4ABCA5D8-16B8-4F47-A14A-2E38ADAA8290}" dt="2024-10-23T15:54:36.046" v="3994"/>
        <pc:sldMkLst>
          <pc:docMk/>
          <pc:sldMk cId="627298069" sldId="277"/>
        </pc:sldMkLst>
        <pc:spChg chg="mod">
          <ac:chgData name="Fatma Ansari" userId="511862148694a913" providerId="LiveId" clId="{4ABCA5D8-16B8-4F47-A14A-2E38ADAA8290}" dt="2024-10-22T20:41:58.603" v="1188" actId="20577"/>
          <ac:spMkLst>
            <pc:docMk/>
            <pc:sldMk cId="627298069" sldId="277"/>
            <ac:spMk id="2" creationId="{EB9CBBD2-C363-DFED-BA70-19BE4ED7CA09}"/>
          </ac:spMkLst>
        </pc:spChg>
        <pc:spChg chg="del mod">
          <ac:chgData name="Fatma Ansari" userId="511862148694a913" providerId="LiveId" clId="{4ABCA5D8-16B8-4F47-A14A-2E38ADAA8290}" dt="2024-10-22T20:39:02.845" v="997" actId="478"/>
          <ac:spMkLst>
            <pc:docMk/>
            <pc:sldMk cId="627298069" sldId="277"/>
            <ac:spMk id="4" creationId="{E02D22E4-7231-EABE-55DB-B5626A4F22B2}"/>
          </ac:spMkLst>
        </pc:spChg>
        <pc:picChg chg="add mod">
          <ac:chgData name="Fatma Ansari" userId="511862148694a913" providerId="LiveId" clId="{4ABCA5D8-16B8-4F47-A14A-2E38ADAA8290}" dt="2024-10-22T20:39:09.949" v="998" actId="14100"/>
          <ac:picMkLst>
            <pc:docMk/>
            <pc:sldMk cId="627298069" sldId="277"/>
            <ac:picMk id="11" creationId="{FBE3A7D7-FE4F-9576-3FA3-B6DA01B5B10E}"/>
          </ac:picMkLst>
        </pc:picChg>
      </pc:sldChg>
      <pc:sldChg chg="addSp delSp modSp add mod ord modTransition modAnim">
        <pc:chgData name="Fatma Ansari" userId="511862148694a913" providerId="LiveId" clId="{4ABCA5D8-16B8-4F47-A14A-2E38ADAA8290}" dt="2024-10-23T15:57:28.041" v="3996"/>
        <pc:sldMkLst>
          <pc:docMk/>
          <pc:sldMk cId="1492805870" sldId="278"/>
        </pc:sldMkLst>
        <pc:spChg chg="del">
          <ac:chgData name="Fatma Ansari" userId="511862148694a913" providerId="LiveId" clId="{4ABCA5D8-16B8-4F47-A14A-2E38ADAA8290}" dt="2024-10-23T07:00:55.167" v="1435" actId="478"/>
          <ac:spMkLst>
            <pc:docMk/>
            <pc:sldMk cId="1492805870" sldId="278"/>
            <ac:spMk id="3" creationId="{345826EF-8E5B-AB14-3E50-458436ABB0FF}"/>
          </ac:spMkLst>
        </pc:spChg>
        <pc:spChg chg="add del mod">
          <ac:chgData name="Fatma Ansari" userId="511862148694a913" providerId="LiveId" clId="{4ABCA5D8-16B8-4F47-A14A-2E38ADAA8290}" dt="2024-10-23T07:13:01.754" v="1772" actId="14100"/>
          <ac:spMkLst>
            <pc:docMk/>
            <pc:sldMk cId="1492805870" sldId="278"/>
            <ac:spMk id="4" creationId="{93922961-5F20-F818-8A88-1FA32754978E}"/>
          </ac:spMkLst>
        </pc:spChg>
        <pc:spChg chg="del">
          <ac:chgData name="Fatma Ansari" userId="511862148694a913" providerId="LiveId" clId="{4ABCA5D8-16B8-4F47-A14A-2E38ADAA8290}" dt="2024-10-23T07:07:01.708" v="1476" actId="478"/>
          <ac:spMkLst>
            <pc:docMk/>
            <pc:sldMk cId="1492805870" sldId="278"/>
            <ac:spMk id="5" creationId="{D5245165-4C2E-A5AE-7642-4E50CCADF1B5}"/>
          </ac:spMkLst>
        </pc:spChg>
        <pc:spChg chg="add del mod">
          <ac:chgData name="Fatma Ansari" userId="511862148694a913" providerId="LiveId" clId="{4ABCA5D8-16B8-4F47-A14A-2E38ADAA8290}" dt="2024-10-23T07:01:04.337" v="1436" actId="478"/>
          <ac:spMkLst>
            <pc:docMk/>
            <pc:sldMk cId="1492805870" sldId="278"/>
            <ac:spMk id="7" creationId="{E90ADC75-67AE-2B81-03DB-9C878C321060}"/>
          </ac:spMkLst>
        </pc:spChg>
        <pc:spChg chg="mod">
          <ac:chgData name="Fatma Ansari" userId="511862148694a913" providerId="LiveId" clId="{4ABCA5D8-16B8-4F47-A14A-2E38ADAA8290}" dt="2024-10-23T07:12:44.834" v="1765" actId="1037"/>
          <ac:spMkLst>
            <pc:docMk/>
            <pc:sldMk cId="1492805870" sldId="278"/>
            <ac:spMk id="9" creationId="{B8C00D41-4BE5-5F67-4DC5-569407617310}"/>
          </ac:spMkLst>
        </pc:spChg>
        <pc:spChg chg="add del mod">
          <ac:chgData name="Fatma Ansari" userId="511862148694a913" providerId="LiveId" clId="{4ABCA5D8-16B8-4F47-A14A-2E38ADAA8290}" dt="2024-10-23T07:03:31.009" v="1454" actId="478"/>
          <ac:spMkLst>
            <pc:docMk/>
            <pc:sldMk cId="1492805870" sldId="278"/>
            <ac:spMk id="10" creationId="{6C135CEC-9356-83FC-4C06-116A04E5EA88}"/>
          </ac:spMkLst>
        </pc:spChg>
        <pc:spChg chg="add mod">
          <ac:chgData name="Fatma Ansari" userId="511862148694a913" providerId="LiveId" clId="{4ABCA5D8-16B8-4F47-A14A-2E38ADAA8290}" dt="2024-10-23T09:06:46.723" v="3095" actId="20577"/>
          <ac:spMkLst>
            <pc:docMk/>
            <pc:sldMk cId="1492805870" sldId="278"/>
            <ac:spMk id="11" creationId="{978C2931-0087-8684-329E-CF65D64940F5}"/>
          </ac:spMkLst>
        </pc:spChg>
        <pc:spChg chg="add del mod">
          <ac:chgData name="Fatma Ansari" userId="511862148694a913" providerId="LiveId" clId="{4ABCA5D8-16B8-4F47-A14A-2E38ADAA8290}" dt="2024-10-23T08:33:16.118" v="2588" actId="21"/>
          <ac:spMkLst>
            <pc:docMk/>
            <pc:sldMk cId="1492805870" sldId="278"/>
            <ac:spMk id="12" creationId="{88B9F67A-379B-2BE4-28AB-A625AC85C34E}"/>
          </ac:spMkLst>
        </pc:spChg>
        <pc:spChg chg="add del">
          <ac:chgData name="Fatma Ansari" userId="511862148694a913" providerId="LiveId" clId="{4ABCA5D8-16B8-4F47-A14A-2E38ADAA8290}" dt="2024-10-23T07:03:42.043" v="1457" actId="478"/>
          <ac:spMkLst>
            <pc:docMk/>
            <pc:sldMk cId="1492805870" sldId="278"/>
            <ac:spMk id="15" creationId="{2B6C574A-2C4C-93A6-A01F-25CEDFB68D21}"/>
          </ac:spMkLst>
        </pc:spChg>
        <pc:grpChg chg="mod">
          <ac:chgData name="Fatma Ansari" userId="511862148694a913" providerId="LiveId" clId="{4ABCA5D8-16B8-4F47-A14A-2E38ADAA8290}" dt="2024-10-23T07:11:53.692" v="1678" actId="1076"/>
          <ac:grpSpMkLst>
            <pc:docMk/>
            <pc:sldMk cId="1492805870" sldId="278"/>
            <ac:grpSpMk id="2" creationId="{981D742A-BE74-FDA1-A458-031754224D16}"/>
          </ac:grpSpMkLst>
        </pc:grpChg>
      </pc:sldChg>
      <pc:sldChg chg="addSp delSp modSp new mod modTransition modAnim">
        <pc:chgData name="Fatma Ansari" userId="511862148694a913" providerId="LiveId" clId="{4ABCA5D8-16B8-4F47-A14A-2E38ADAA8290}" dt="2024-10-23T16:14:55.276" v="4074"/>
        <pc:sldMkLst>
          <pc:docMk/>
          <pc:sldMk cId="3850605037" sldId="279"/>
        </pc:sldMkLst>
        <pc:spChg chg="mod">
          <ac:chgData name="Fatma Ansari" userId="511862148694a913" providerId="LiveId" clId="{4ABCA5D8-16B8-4F47-A14A-2E38ADAA8290}" dt="2024-10-23T08:32:46.669" v="2582" actId="20577"/>
          <ac:spMkLst>
            <pc:docMk/>
            <pc:sldMk cId="3850605037" sldId="279"/>
            <ac:spMk id="2" creationId="{F14C5449-FD9C-4768-6D5B-9B3F89978DC9}"/>
          </ac:spMkLst>
        </pc:spChg>
        <pc:spChg chg="del">
          <ac:chgData name="Fatma Ansari" userId="511862148694a913" providerId="LiveId" clId="{4ABCA5D8-16B8-4F47-A14A-2E38ADAA8290}" dt="2024-10-23T08:27:30.912" v="2524" actId="478"/>
          <ac:spMkLst>
            <pc:docMk/>
            <pc:sldMk cId="3850605037" sldId="279"/>
            <ac:spMk id="4" creationId="{E0FD95D2-798E-BFE7-2449-1C31F3983DC6}"/>
          </ac:spMkLst>
        </pc:spChg>
        <pc:spChg chg="del">
          <ac:chgData name="Fatma Ansari" userId="511862148694a913" providerId="LiveId" clId="{4ABCA5D8-16B8-4F47-A14A-2E38ADAA8290}" dt="2024-10-23T08:27:28.116" v="2523" actId="478"/>
          <ac:spMkLst>
            <pc:docMk/>
            <pc:sldMk cId="3850605037" sldId="279"/>
            <ac:spMk id="5" creationId="{ED0BA848-E7C2-9824-0AE0-7E59E0724E6A}"/>
          </ac:spMkLst>
        </pc:spChg>
        <pc:spChg chg="del">
          <ac:chgData name="Fatma Ansari" userId="511862148694a913" providerId="LiveId" clId="{4ABCA5D8-16B8-4F47-A14A-2E38ADAA8290}" dt="2024-10-23T08:27:40.808" v="2526" actId="478"/>
          <ac:spMkLst>
            <pc:docMk/>
            <pc:sldMk cId="3850605037" sldId="279"/>
            <ac:spMk id="6" creationId="{FA457F38-0BA5-B3DD-CD41-D0FCAEF79306}"/>
          </ac:spMkLst>
        </pc:spChg>
        <pc:spChg chg="del">
          <ac:chgData name="Fatma Ansari" userId="511862148694a913" providerId="LiveId" clId="{4ABCA5D8-16B8-4F47-A14A-2E38ADAA8290}" dt="2024-10-23T08:27:36.410" v="2525" actId="478"/>
          <ac:spMkLst>
            <pc:docMk/>
            <pc:sldMk cId="3850605037" sldId="279"/>
            <ac:spMk id="7" creationId="{C47BF690-8143-3B35-EE17-7D8D71365F72}"/>
          </ac:spMkLst>
        </pc:spChg>
        <pc:spChg chg="del">
          <ac:chgData name="Fatma Ansari" userId="511862148694a913" providerId="LiveId" clId="{4ABCA5D8-16B8-4F47-A14A-2E38ADAA8290}" dt="2024-10-23T08:27:45.708" v="2528" actId="478"/>
          <ac:spMkLst>
            <pc:docMk/>
            <pc:sldMk cId="3850605037" sldId="279"/>
            <ac:spMk id="8" creationId="{DCC0BCE4-7C65-B5E2-3F93-7F16CB4536B6}"/>
          </ac:spMkLst>
        </pc:spChg>
        <pc:spChg chg="del">
          <ac:chgData name="Fatma Ansari" userId="511862148694a913" providerId="LiveId" clId="{4ABCA5D8-16B8-4F47-A14A-2E38ADAA8290}" dt="2024-10-23T08:27:43.367" v="2527" actId="478"/>
          <ac:spMkLst>
            <pc:docMk/>
            <pc:sldMk cId="3850605037" sldId="279"/>
            <ac:spMk id="9" creationId="{6A00A10B-332A-F1A5-A0CA-26F094913076}"/>
          </ac:spMkLst>
        </pc:spChg>
        <pc:spChg chg="del">
          <ac:chgData name="Fatma Ansari" userId="511862148694a913" providerId="LiveId" clId="{4ABCA5D8-16B8-4F47-A14A-2E38ADAA8290}" dt="2024-10-23T08:26:43.951" v="2520" actId="478"/>
          <ac:spMkLst>
            <pc:docMk/>
            <pc:sldMk cId="3850605037" sldId="279"/>
            <ac:spMk id="10" creationId="{D70576A3-EA3B-184D-C75B-CDD880204835}"/>
          </ac:spMkLst>
        </pc:spChg>
        <pc:spChg chg="del">
          <ac:chgData name="Fatma Ansari" userId="511862148694a913" providerId="LiveId" clId="{4ABCA5D8-16B8-4F47-A14A-2E38ADAA8290}" dt="2024-10-23T08:26:46.857" v="2521" actId="478"/>
          <ac:spMkLst>
            <pc:docMk/>
            <pc:sldMk cId="3850605037" sldId="279"/>
            <ac:spMk id="11" creationId="{975AE980-08CF-CF34-8C17-0B27B2D35533}"/>
          </ac:spMkLst>
        </pc:spChg>
        <pc:spChg chg="del">
          <ac:chgData name="Fatma Ansari" userId="511862148694a913" providerId="LiveId" clId="{4ABCA5D8-16B8-4F47-A14A-2E38ADAA8290}" dt="2024-10-23T08:26:49.522" v="2522" actId="478"/>
          <ac:spMkLst>
            <pc:docMk/>
            <pc:sldMk cId="3850605037" sldId="279"/>
            <ac:spMk id="12" creationId="{7DAA94DA-EB26-CFCB-D5F5-37A4E17BA91C}"/>
          </ac:spMkLst>
        </pc:spChg>
        <pc:spChg chg="del mod">
          <ac:chgData name="Fatma Ansari" userId="511862148694a913" providerId="LiveId" clId="{4ABCA5D8-16B8-4F47-A14A-2E38ADAA8290}" dt="2024-10-23T08:32:52.521" v="2583" actId="478"/>
          <ac:spMkLst>
            <pc:docMk/>
            <pc:sldMk cId="3850605037" sldId="279"/>
            <ac:spMk id="13" creationId="{1754CB54-22B0-3FAE-9F5F-56B3BCFC3BB6}"/>
          </ac:spMkLst>
        </pc:spChg>
        <pc:spChg chg="add mod">
          <ac:chgData name="Fatma Ansari" userId="511862148694a913" providerId="LiveId" clId="{4ABCA5D8-16B8-4F47-A14A-2E38ADAA8290}" dt="2024-10-23T08:33:31.755" v="2591" actId="14100"/>
          <ac:spMkLst>
            <pc:docMk/>
            <pc:sldMk cId="3850605037" sldId="279"/>
            <ac:spMk id="18" creationId="{88B9F67A-379B-2BE4-28AB-A625AC85C34E}"/>
          </ac:spMkLst>
        </pc:spChg>
        <pc:picChg chg="add del mod">
          <ac:chgData name="Fatma Ansari" userId="511862148694a913" providerId="LiveId" clId="{4ABCA5D8-16B8-4F47-A14A-2E38ADAA8290}" dt="2024-10-23T08:31:56.480" v="2534" actId="478"/>
          <ac:picMkLst>
            <pc:docMk/>
            <pc:sldMk cId="3850605037" sldId="279"/>
            <ac:picMk id="15" creationId="{4576D3B9-CC47-7C6B-5BDA-9ECD0FB2FD7E}"/>
          </ac:picMkLst>
        </pc:picChg>
        <pc:picChg chg="add mod">
          <ac:chgData name="Fatma Ansari" userId="511862148694a913" providerId="LiveId" clId="{4ABCA5D8-16B8-4F47-A14A-2E38ADAA8290}" dt="2024-10-23T08:33:11.462" v="2587" actId="14100"/>
          <ac:picMkLst>
            <pc:docMk/>
            <pc:sldMk cId="3850605037" sldId="279"/>
            <ac:picMk id="17" creationId="{421AE60B-19D1-2D72-E261-4824C16DF6F5}"/>
          </ac:picMkLst>
        </pc:picChg>
      </pc:sldChg>
      <pc:sldChg chg="modSp add mod ord modTransition modAnim">
        <pc:chgData name="Fatma Ansari" userId="511862148694a913" providerId="LiveId" clId="{4ABCA5D8-16B8-4F47-A14A-2E38ADAA8290}" dt="2024-10-23T16:16:56.351" v="4088"/>
        <pc:sldMkLst>
          <pc:docMk/>
          <pc:sldMk cId="2929055833" sldId="280"/>
        </pc:sldMkLst>
        <pc:spChg chg="mod">
          <ac:chgData name="Fatma Ansari" userId="511862148694a913" providerId="LiveId" clId="{4ABCA5D8-16B8-4F47-A14A-2E38ADAA8290}" dt="2024-10-23T16:16:20.171" v="4083" actId="1076"/>
          <ac:spMkLst>
            <pc:docMk/>
            <pc:sldMk cId="2929055833" sldId="280"/>
            <ac:spMk id="4" creationId="{CDCF0F27-17CE-E1F0-28D9-CE5BB6347E40}"/>
          </ac:spMkLst>
        </pc:spChg>
        <pc:spChg chg="mod">
          <ac:chgData name="Fatma Ansari" userId="511862148694a913" providerId="LiveId" clId="{4ABCA5D8-16B8-4F47-A14A-2E38ADAA8290}" dt="2024-10-23T09:06:34.240" v="3075"/>
          <ac:spMkLst>
            <pc:docMk/>
            <pc:sldMk cId="2929055833" sldId="280"/>
            <ac:spMk id="11" creationId="{EB042B00-66E9-4845-FFB8-0AD53EE0FA6E}"/>
          </ac:spMkLst>
        </pc:spChg>
      </pc:sldChg>
      <pc:sldChg chg="addSp delSp modSp add mod modTransition modAnim">
        <pc:chgData name="Fatma Ansari" userId="511862148694a913" providerId="LiveId" clId="{4ABCA5D8-16B8-4F47-A14A-2E38ADAA8290}" dt="2024-10-23T15:35:27.181" v="3944"/>
        <pc:sldMkLst>
          <pc:docMk/>
          <pc:sldMk cId="158568218" sldId="281"/>
        </pc:sldMkLst>
        <pc:spChg chg="mod">
          <ac:chgData name="Fatma Ansari" userId="511862148694a913" providerId="LiveId" clId="{4ABCA5D8-16B8-4F47-A14A-2E38ADAA8290}" dt="2024-10-23T15:34:21.658" v="3928" actId="1035"/>
          <ac:spMkLst>
            <pc:docMk/>
            <pc:sldMk cId="158568218" sldId="281"/>
            <ac:spMk id="3" creationId="{CDA0E5A0-466B-D96B-F988-C5DD70E60F96}"/>
          </ac:spMkLst>
        </pc:spChg>
        <pc:spChg chg="mod">
          <ac:chgData name="Fatma Ansari" userId="511862148694a913" providerId="LiveId" clId="{4ABCA5D8-16B8-4F47-A14A-2E38ADAA8290}" dt="2024-10-23T15:34:45.973" v="3939" actId="14100"/>
          <ac:spMkLst>
            <pc:docMk/>
            <pc:sldMk cId="158568218" sldId="281"/>
            <ac:spMk id="8" creationId="{3848A419-DE05-116B-A64D-1CEDEE5B2AA8}"/>
          </ac:spMkLst>
        </pc:spChg>
        <pc:spChg chg="mod">
          <ac:chgData name="Fatma Ansari" userId="511862148694a913" providerId="LiveId" clId="{4ABCA5D8-16B8-4F47-A14A-2E38ADAA8290}" dt="2024-10-23T09:54:34.684" v="3492" actId="1035"/>
          <ac:spMkLst>
            <pc:docMk/>
            <pc:sldMk cId="158568218" sldId="281"/>
            <ac:spMk id="9" creationId="{46E41891-E947-0439-0BE0-947D5C688D90}"/>
          </ac:spMkLst>
        </pc:spChg>
        <pc:picChg chg="add mod modCrop">
          <ac:chgData name="Fatma Ansari" userId="511862148694a913" providerId="LiveId" clId="{4ABCA5D8-16B8-4F47-A14A-2E38ADAA8290}" dt="2024-10-23T09:55:13.821" v="3497" actId="1076"/>
          <ac:picMkLst>
            <pc:docMk/>
            <pc:sldMk cId="158568218" sldId="281"/>
            <ac:picMk id="5" creationId="{959E4A8D-4816-A503-1415-151BDD9EE8C4}"/>
          </ac:picMkLst>
        </pc:picChg>
        <pc:picChg chg="add mod">
          <ac:chgData name="Fatma Ansari" userId="511862148694a913" providerId="LiveId" clId="{4ABCA5D8-16B8-4F47-A14A-2E38ADAA8290}" dt="2024-10-23T11:41:17.650" v="3922" actId="1036"/>
          <ac:picMkLst>
            <pc:docMk/>
            <pc:sldMk cId="158568218" sldId="281"/>
            <ac:picMk id="10" creationId="{814C5D61-731B-CB9E-4CF4-81F6188019A1}"/>
          </ac:picMkLst>
        </pc:picChg>
        <pc:picChg chg="del">
          <ac:chgData name="Fatma Ansari" userId="511862148694a913" providerId="LiveId" clId="{4ABCA5D8-16B8-4F47-A14A-2E38ADAA8290}" dt="2024-10-23T09:32:58.013" v="3436" actId="478"/>
          <ac:picMkLst>
            <pc:docMk/>
            <pc:sldMk cId="158568218" sldId="281"/>
            <ac:picMk id="11" creationId="{5EE2A45A-74DC-F2F4-173C-FB915CC2DF51}"/>
          </ac:picMkLst>
        </pc:picChg>
        <pc:picChg chg="del">
          <ac:chgData name="Fatma Ansari" userId="511862148694a913" providerId="LiveId" clId="{4ABCA5D8-16B8-4F47-A14A-2E38ADAA8290}" dt="2024-10-23T09:36:27.773" v="3437" actId="478"/>
          <ac:picMkLst>
            <pc:docMk/>
            <pc:sldMk cId="158568218" sldId="281"/>
            <ac:picMk id="13" creationId="{E917E4EE-7E4E-9739-8193-6EB5EDFDE1FC}"/>
          </ac:picMkLst>
        </pc:picChg>
      </pc:sldChg>
      <pc:sldMasterChg chg="modTransition modSldLayout">
        <pc:chgData name="Fatma Ansari" userId="511862148694a913" providerId="LiveId" clId="{4ABCA5D8-16B8-4F47-A14A-2E38ADAA8290}" dt="2024-10-23T10:43:41.651" v="3701"/>
        <pc:sldMasterMkLst>
          <pc:docMk/>
          <pc:sldMasterMk cId="3278925284" sldId="2147483648"/>
        </pc:sldMasterMkLst>
        <pc:sldLayoutChg chg="modTransition">
          <pc:chgData name="Fatma Ansari" userId="511862148694a913" providerId="LiveId" clId="{4ABCA5D8-16B8-4F47-A14A-2E38ADAA8290}" dt="2024-10-23T10:43:41.651" v="3701"/>
          <pc:sldLayoutMkLst>
            <pc:docMk/>
            <pc:sldMasterMk cId="3567281447" sldId="2147483713"/>
            <pc:sldLayoutMk cId="3041740451" sldId="2147483650"/>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214234216" sldId="2147483658"/>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1236593751" sldId="2147483659"/>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3892583926" sldId="2147483660"/>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578943863" sldId="2147483661"/>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3875987929" sldId="2147483662"/>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2142598794" sldId="2147483663"/>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9759400" sldId="2147483664"/>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2039369559" sldId="2147483665"/>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2857738707" sldId="2147483666"/>
          </pc:sldLayoutMkLst>
        </pc:sldLayoutChg>
        <pc:sldLayoutChg chg="modTransition">
          <pc:chgData name="Fatma Ansari" userId="511862148694a913" providerId="LiveId" clId="{4ABCA5D8-16B8-4F47-A14A-2E38ADAA8290}" dt="2024-10-23T10:43:41.651" v="3701"/>
          <pc:sldLayoutMkLst>
            <pc:docMk/>
            <pc:sldMasterMk cId="3567281447" sldId="2147483713"/>
            <pc:sldLayoutMk cId="2392197773" sldId="2147483667"/>
          </pc:sldLayoutMkLst>
        </pc:sldLayoutChg>
        <pc:sldLayoutChg chg="modTransition">
          <pc:chgData name="Fatma Ansari" userId="511862148694a913" providerId="LiveId" clId="{4ABCA5D8-16B8-4F47-A14A-2E38ADAA8290}" dt="2024-10-23T10:43:41.651" v="3701"/>
          <pc:sldLayoutMkLst>
            <pc:docMk/>
            <pc:sldMasterMk cId="3567281447" sldId="2147483713"/>
            <pc:sldLayoutMk cId="2119471972" sldId="2147483668"/>
          </pc:sldLayoutMkLst>
        </pc:sldLayoutChg>
        <pc:sldLayoutChg chg="modTransition">
          <pc:chgData name="Fatma Ansari" userId="511862148694a913" providerId="LiveId" clId="{4ABCA5D8-16B8-4F47-A14A-2E38ADAA8290}" dt="2024-10-23T10:43:41.651" v="3701"/>
          <pc:sldLayoutMkLst>
            <pc:docMk/>
            <pc:sldMasterMk cId="3278925284" sldId="2147483648"/>
            <pc:sldLayoutMk cId="3185791070" sldId="214748366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6/9/2026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0C6D3C-9EB0-4F2C-9026-3887D1CDB44E}" type="slidenum">
              <a:rPr lang="en-US" smtClean="0"/>
              <a:t>3</a:t>
            </a:fld>
            <a:endParaRPr lang="en-US" dirty="0"/>
          </a:p>
        </p:txBody>
      </p:sp>
    </p:spTree>
    <p:extLst>
      <p:ext uri="{BB962C8B-B14F-4D97-AF65-F5344CB8AC3E}">
        <p14:creationId xmlns:p14="http://schemas.microsoft.com/office/powerpoint/2010/main" val="1442144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6/9/2026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noProof="0" dirty="0"/>
          </a:p>
        </p:txBody>
      </p:sp>
      <p:sp>
        <p:nvSpPr>
          <p:cNvPr id="6" name="Slide Number Placeholder 5"/>
          <p:cNvSpPr>
            <a:spLocks noGrp="1"/>
          </p:cNvSpPr>
          <p:nvPr>
            <p:ph type="sldNum" sz="quarter" idx="12"/>
          </p:nvPr>
        </p:nvSpPr>
        <p:spPr>
          <a:xfrm>
            <a:off x="1437664" y="798973"/>
            <a:ext cx="811019" cy="503578"/>
          </a:xfrm>
        </p:spPr>
        <p:txBody>
          <a:bodyPr/>
          <a:lstStyle/>
          <a:p>
            <a:fld id="{EECC7194-A4D0-457B-9D3E-53681723AFF7}" type="slidenum">
              <a:rPr lang="en-US" noProof="0" smtClean="0"/>
              <a:pPr/>
              <a:t>‹#›</a:t>
            </a:fld>
            <a:endParaRPr lang="en-US" noProof="0"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7091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6/9/2026</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04641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6/9/2026</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13392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6/9/2026</a:t>
            </a:fld>
            <a:endParaRPr lang="en-US"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925513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6/9/2026</a:t>
            </a:fld>
            <a:endParaRPr lang="en-US"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0983421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6/9/2026</a:t>
            </a:fld>
            <a:endParaRPr lang="en-US"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121733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6/9/2026</a:t>
            </a:fld>
            <a:endParaRPr lang="en-US" dirty="0"/>
          </a:p>
        </p:txBody>
      </p:sp>
      <p:sp>
        <p:nvSpPr>
          <p:cNvPr id="3" name="Footer Placeholder 2"/>
          <p:cNvSpPr>
            <a:spLocks noGrp="1"/>
          </p:cNvSpPr>
          <p:nvPr>
            <p:ph type="ftr" sz="quarter" idx="11"/>
          </p:nvPr>
        </p:nvSpPr>
        <p:spPr/>
        <p:txBody>
          <a:bodyPr/>
          <a:lstStyle/>
          <a:p>
            <a:endParaRPr lang="en-US" noProof="0" dirty="0"/>
          </a:p>
        </p:txBody>
      </p:sp>
      <p:sp>
        <p:nvSpPr>
          <p:cNvPr id="4" name="Slide Number Placeholder 3"/>
          <p:cNvSpPr>
            <a:spLocks noGrp="1"/>
          </p:cNvSpPr>
          <p:nvPr>
            <p:ph type="sldNum" sz="quarter" idx="12"/>
          </p:nvPr>
        </p:nvSpPr>
        <p:spPr/>
        <p:txBody>
          <a:bodyPr/>
          <a:lstStyle/>
          <a:p>
            <a:fld id="{EECC7194-A4D0-457B-9D3E-53681723AFF7}" type="slidenum">
              <a:rPr lang="en-US" noProof="0" smtClean="0"/>
              <a:pPr/>
              <a:t>‹#›</a:t>
            </a:fld>
            <a:endParaRPr lang="en-US" noProof="0" dirty="0"/>
          </a:p>
        </p:txBody>
      </p:sp>
    </p:spTree>
    <p:extLst>
      <p:ext uri="{BB962C8B-B14F-4D97-AF65-F5344CB8AC3E}">
        <p14:creationId xmlns:p14="http://schemas.microsoft.com/office/powerpoint/2010/main" val="343521425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6/9/2026</a:t>
            </a:fld>
            <a:endParaRPr lang="en-US"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681013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7616CA0-919D-4A49-9C8A-62FDFB3A5183}" type="datetimeFigureOut">
              <a:rPr lang="en-US" smtClean="0"/>
              <a:t>6/9/2026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noProof="0" dirty="0"/>
          </a:p>
        </p:txBody>
      </p:sp>
      <p:sp>
        <p:nvSpPr>
          <p:cNvPr id="7" name="Slide Number Placeholder 6"/>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753773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6/9/2026</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478445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6/9/2026</a:t>
            </a:fld>
            <a:endParaRPr lang="en-US"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EECC7194-A4D0-457B-9D3E-53681723AFF7}" type="slidenum">
              <a:rPr lang="en-US" noProof="0" smtClean="0"/>
              <a:pPr/>
              <a:t>‹#›</a:t>
            </a:fld>
            <a:endParaRPr lang="en-US" noProof="0"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66945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solidFill>
            <a:schemeClr val="tx2">
              <a:alpha val="70000"/>
            </a:schemeClr>
          </a:solidFill>
        </p:spPr>
        <p:txBody>
          <a:bodyPr lIns="1116000" rIns="180000" anchor="ctr"/>
          <a:lstStyle>
            <a:lvl1pPr algn="l">
              <a:defRPr sz="5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C97F3D-57FA-4E82-9EEC-E93088055A15}"/>
              </a:ext>
            </a:extLst>
          </p:cNvPr>
          <p:cNvSpPr>
            <a:spLocks noGrp="1"/>
          </p:cNvSpPr>
          <p:nvPr>
            <p:ph type="subTitle" idx="1"/>
          </p:nvPr>
        </p:nvSpPr>
        <p:spPr>
          <a:xfrm>
            <a:off x="3600000" y="4276447"/>
            <a:ext cx="5161550" cy="620016"/>
          </a:xfrm>
          <a:gradFill>
            <a:gsLst>
              <a:gs pos="0">
                <a:schemeClr val="tx2"/>
              </a:gs>
              <a:gs pos="100000">
                <a:schemeClr val="accent2"/>
              </a:gs>
            </a:gsLst>
            <a:lin ang="14400000" scaled="0"/>
          </a:gradFill>
        </p:spPr>
        <p:txBody>
          <a:bodyPr lIns="144000" anchor="ctr"/>
          <a:lstStyle>
            <a:lvl1pPr marL="0" indent="0" algn="l">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p>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134740803"/>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tx2"/>
          </a:solidFill>
        </p:spPr>
        <p:txBody>
          <a:bodyPr/>
          <a:lstStyle>
            <a:lvl1pPr>
              <a:defRPr>
                <a:solidFill>
                  <a:schemeClr val="bg1"/>
                </a:solidFill>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p:spPr>
        <p:txBody>
          <a:bodyPr/>
          <a:lstStyle>
            <a:lvl1pPr>
              <a:defRPr sz="4000" cap="all" baseline="0">
                <a:solidFill>
                  <a:schemeClr val="bg1"/>
                </a:solidFill>
              </a:defRPr>
            </a:lvl1pPr>
          </a:lstStyle>
          <a:p>
            <a:r>
              <a:rPr lang="en-US"/>
              <a:t>Click to edit Master title style</a:t>
            </a:r>
            <a:endParaRPr lang="en-US" dirty="0"/>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03853272"/>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gradFill>
            <a:gsLst>
              <a:gs pos="0">
                <a:schemeClr val="tx2"/>
              </a:gs>
              <a:gs pos="100000">
                <a:schemeClr val="accent2"/>
              </a:gs>
            </a:gsLst>
            <a:lin ang="14400000" scaled="0"/>
          </a:gradFill>
        </p:spPr>
        <p:txBody>
          <a:bodyPr lIns="0" anchor="ctr"/>
          <a:lstStyle>
            <a:lvl1pPr marL="0" indent="0" algn="ctr">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defRPr>
            </a:lvl1pPr>
          </a:lstStyle>
          <a:p>
            <a:r>
              <a:rPr lang="en-US" dirty="0"/>
              <a:t>Icon</a:t>
            </a:r>
          </a:p>
        </p:txBody>
      </p:sp>
    </p:spTree>
    <p:extLst>
      <p:ext uri="{BB962C8B-B14F-4D97-AF65-F5344CB8AC3E}">
        <p14:creationId xmlns:p14="http://schemas.microsoft.com/office/powerpoint/2010/main" val="2895924806"/>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112349725"/>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1736146869"/>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649452608"/>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390114645"/>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dirty="0"/>
              <a:t>SUBTITLE</a:t>
            </a:r>
          </a:p>
        </p:txBody>
      </p:sp>
    </p:spTree>
    <p:extLst>
      <p:ext uri="{BB962C8B-B14F-4D97-AF65-F5344CB8AC3E}">
        <p14:creationId xmlns:p14="http://schemas.microsoft.com/office/powerpoint/2010/main" val="2809273464"/>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p:txBody>
          <a:bodyPr/>
          <a:lstStyle/>
          <a:p>
            <a:r>
              <a:rPr lang="en-US"/>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32205898"/>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lvl1pPr>
          </a:lstStyle>
          <a:p>
            <a:pPr lvl="0"/>
            <a:r>
              <a:rPr lang="en-US" dirty="0"/>
              <a:t>Description Here</a:t>
            </a:r>
          </a:p>
        </p:txBody>
      </p:sp>
    </p:spTree>
    <p:extLst>
      <p:ext uri="{BB962C8B-B14F-4D97-AF65-F5344CB8AC3E}">
        <p14:creationId xmlns:p14="http://schemas.microsoft.com/office/powerpoint/2010/main" val="2119471972"/>
      </p:ext>
    </p:extLst>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304174045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5">
            <a:extLst>
              <a:ext uri="{28A0092B-C50C-407E-A947-70E740481C1C}">
                <a14:useLocalDpi xmlns:a14="http://schemas.microsoft.com/office/drawing/2010/main" val="0"/>
              </a:ext>
            </a:extLst>
          </a:blip>
          <a:srcRect b="-1562"/>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0298CD5-6C1E-4009-B41F-6DF62E31D3BE}" type="datetimeFigureOut">
              <a:rPr lang="en-US" smtClean="0"/>
              <a:pPr/>
              <a:t>6/9/2026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noProof="0"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ECC7194-A4D0-457B-9D3E-53681723AFF7}" type="slidenum">
              <a:rPr lang="en-US" noProof="0" smtClean="0"/>
              <a:pPr/>
              <a:t>‹#›</a:t>
            </a:fld>
            <a:endParaRPr lang="en-US" noProof="0"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728144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667" r:id="rId21"/>
    <p:sldLayoutId id="2147483668" r:id="rId22"/>
    <p:sldLayoutId id="2147483650" r:id="rId23"/>
  </p:sldLayoutIdLst>
  <p:transition spd="slow">
    <p:push dir="u"/>
  </p:transition>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jpeg"/><Relationship Id="rId1" Type="http://schemas.openxmlformats.org/officeDocument/2006/relationships/slideLayout" Target="../slideLayouts/slideLayout19.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jpeg"/><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Picture Placeholder 13" descr="Doctor pointing on a large display">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B8D8E648-93B0-47FF-A306-492EFF7FC499}"/>
              </a:ext>
            </a:extLst>
          </p:cNvPr>
          <p:cNvSpPr>
            <a:spLocks noGrp="1"/>
          </p:cNvSpPr>
          <p:nvPr>
            <p:ph type="ctrTitle"/>
          </p:nvPr>
        </p:nvSpPr>
        <p:spPr>
          <a:xfrm>
            <a:off x="-1" y="25073"/>
            <a:ext cx="12080240" cy="4011905"/>
          </a:xfrm>
          <a:solidFill>
            <a:schemeClr val="tx2">
              <a:alpha val="40000"/>
            </a:schemeClr>
          </a:solidFill>
        </p:spPr>
        <p:txBody>
          <a:bodyPr>
            <a:normAutofit/>
          </a:bodyPr>
          <a:lstStyle/>
          <a:p>
            <a:pPr algn="ctr">
              <a:lnSpc>
                <a:spcPct val="110000"/>
              </a:lnSpc>
            </a:pPr>
            <a:r>
              <a:rPr lang="en-IN" sz="4800" b="1" dirty="0">
                <a:latin typeface="Algerian" panose="04020705040A02060702" pitchFamily="82" charset="0"/>
              </a:rPr>
              <a:t>US Healthcare Data Analysis</a:t>
            </a:r>
            <a:r>
              <a:rPr lang="en-IN" sz="4800" dirty="0"/>
              <a:t>: </a:t>
            </a:r>
            <a:br>
              <a:rPr lang="en-IN" sz="4800" dirty="0"/>
            </a:br>
            <a:r>
              <a:rPr lang="en-IN" sz="2800" b="1" dirty="0">
                <a:solidFill>
                  <a:schemeClr val="accent3">
                    <a:lumMod val="60000"/>
                    <a:lumOff val="40000"/>
                  </a:schemeClr>
                </a:solidFill>
              </a:rPr>
              <a:t>Patient Cost Optimization </a:t>
            </a:r>
            <a:br>
              <a:rPr lang="en-IN" sz="2800" b="1" dirty="0">
                <a:solidFill>
                  <a:schemeClr val="accent3">
                    <a:lumMod val="60000"/>
                    <a:lumOff val="40000"/>
                  </a:schemeClr>
                </a:solidFill>
              </a:rPr>
            </a:br>
            <a:r>
              <a:rPr lang="en-IN" sz="2800" b="1" dirty="0">
                <a:solidFill>
                  <a:schemeClr val="accent3">
                    <a:lumMod val="60000"/>
                    <a:lumOff val="40000"/>
                  </a:schemeClr>
                </a:solidFill>
              </a:rPr>
              <a:t>&amp; </a:t>
            </a:r>
            <a:br>
              <a:rPr lang="en-IN" sz="2800" b="1" dirty="0">
                <a:solidFill>
                  <a:schemeClr val="accent3">
                    <a:lumMod val="60000"/>
                    <a:lumOff val="40000"/>
                  </a:schemeClr>
                </a:solidFill>
              </a:rPr>
            </a:br>
            <a:r>
              <a:rPr lang="en-IN" sz="2800" b="1" dirty="0">
                <a:solidFill>
                  <a:schemeClr val="accent3">
                    <a:lumMod val="60000"/>
                    <a:lumOff val="40000"/>
                  </a:schemeClr>
                </a:solidFill>
              </a:rPr>
              <a:t>Hospital Resource Management</a:t>
            </a:r>
            <a:endParaRPr lang="en-US" sz="3000" b="1" dirty="0">
              <a:solidFill>
                <a:schemeClr val="accent3">
                  <a:lumMod val="60000"/>
                  <a:lumOff val="40000"/>
                </a:schemeClr>
              </a:solidFill>
            </a:endParaRP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flipV="1">
            <a:off x="4094564" y="1567018"/>
            <a:ext cx="4727341" cy="9522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5" name="Rectangle 14">
            <a:extLst>
              <a:ext uri="{FF2B5EF4-FFF2-40B4-BE49-F238E27FC236}">
                <a16:creationId xmlns:a16="http://schemas.microsoft.com/office/drawing/2014/main" id="{DA136CB0-4ED9-43FA-81D5-6D3225795A7D}"/>
              </a:ext>
              <a:ext uri="{C183D7F6-B498-43B3-948B-1728B52AA6E4}">
                <adec:decorative xmlns:adec="http://schemas.microsoft.com/office/drawing/2017/decorative" val="1"/>
              </a:ext>
            </a:extLst>
          </p:cNvPr>
          <p:cNvSpPr/>
          <p:nvPr/>
        </p:nvSpPr>
        <p:spPr>
          <a:xfrm>
            <a:off x="2293556" y="4825462"/>
            <a:ext cx="2157950" cy="45720"/>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ubtitle 3">
            <a:extLst>
              <a:ext uri="{FF2B5EF4-FFF2-40B4-BE49-F238E27FC236}">
                <a16:creationId xmlns:a16="http://schemas.microsoft.com/office/drawing/2014/main" id="{7466E558-14F5-FB8C-67C3-E66D6C4015F0}"/>
              </a:ext>
            </a:extLst>
          </p:cNvPr>
          <p:cNvSpPr txBox="1">
            <a:spLocks/>
          </p:cNvSpPr>
          <p:nvPr/>
        </p:nvSpPr>
        <p:spPr>
          <a:xfrm>
            <a:off x="5049520" y="4551680"/>
            <a:ext cx="7030719" cy="2042159"/>
          </a:xfrm>
          <a:prstGeom prst="rect">
            <a:avLst/>
          </a:prstGeom>
        </p:spPr>
        <p:style>
          <a:lnRef idx="1">
            <a:schemeClr val="accent2"/>
          </a:lnRef>
          <a:fillRef idx="2">
            <a:schemeClr val="accent2"/>
          </a:fillRef>
          <a:effectRef idx="1">
            <a:schemeClr val="accent2"/>
          </a:effectRef>
          <a:fontRef idx="minor">
            <a:schemeClr val="dk1"/>
          </a:fontRef>
        </p:style>
        <p:txBody>
          <a:bodyPr vert="horz" lIns="144000" tIns="0" rIns="0" bIns="0" rtlCol="0" anchor="ctr">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i="1" kern="1200">
                <a:solidFill>
                  <a:schemeClr val="accent1"/>
                </a:solidFill>
                <a:latin typeface="+mn-lt"/>
                <a:ea typeface="+mn-ea"/>
                <a:cs typeface="+mn-cs"/>
              </a:defRPr>
            </a:lvl1pPr>
            <a:lvl2pPr marL="457200" indent="0" algn="ctr" defTabSz="914400" rtl="0" eaLnBrk="1" latinLnBrk="0" hangingPunct="1">
              <a:lnSpc>
                <a:spcPct val="100000"/>
              </a:lnSpc>
              <a:spcBef>
                <a:spcPts val="0"/>
              </a:spcBef>
              <a:spcAft>
                <a:spcPts val="1000"/>
              </a:spcAft>
              <a:buClr>
                <a:schemeClr val="accent2"/>
              </a:buClr>
              <a:buFontTx/>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10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IN" dirty="0">
                <a:solidFill>
                  <a:schemeClr val="accent5"/>
                </a:solidFill>
              </a:rPr>
              <a:t> </a:t>
            </a:r>
            <a:r>
              <a:rPr lang="en-IN" sz="3200" dirty="0">
                <a:solidFill>
                  <a:srgbClr val="0070C0"/>
                </a:solidFill>
              </a:rPr>
              <a:t>Analysis By: </a:t>
            </a:r>
          </a:p>
          <a:p>
            <a:pPr algn="ctr"/>
            <a:r>
              <a:rPr lang="en-IN" sz="3200" dirty="0"/>
              <a:t>Ansari Fatma Begum Saifuddin</a:t>
            </a:r>
          </a:p>
          <a:p>
            <a:pPr algn="ctr"/>
            <a:r>
              <a:rPr lang="en-IN" sz="3200" dirty="0"/>
              <a:t>On 26</a:t>
            </a:r>
            <a:r>
              <a:rPr lang="en-IN" sz="3200" baseline="30000" dirty="0"/>
              <a:t>th</a:t>
            </a:r>
            <a:r>
              <a:rPr lang="en-IN" sz="3200" dirty="0"/>
              <a:t> October 2024</a:t>
            </a:r>
          </a:p>
        </p:txBody>
      </p:sp>
    </p:spTree>
    <p:extLst>
      <p:ext uri="{BB962C8B-B14F-4D97-AF65-F5344CB8AC3E}">
        <p14:creationId xmlns:p14="http://schemas.microsoft.com/office/powerpoint/2010/main" val="8505931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32"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out)">
                                      <p:cBhvr>
                                        <p:cTn id="2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86D7D4AC-BE7B-45B9-AF4A-E2AF1B6C796D}"/>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a:stretch/>
        </p:blipFill>
        <p:spPr>
          <a:xfrm>
            <a:off x="0" y="0"/>
            <a:ext cx="12012000" cy="6728791"/>
          </a:xfrm>
        </p:spPr>
      </p:pic>
      <p:sp>
        <p:nvSpPr>
          <p:cNvPr id="3" name="Title 2">
            <a:extLst>
              <a:ext uri="{FF2B5EF4-FFF2-40B4-BE49-F238E27FC236}">
                <a16:creationId xmlns:a16="http://schemas.microsoft.com/office/drawing/2014/main" id="{E9BE4A06-2673-41EF-AF84-96B0EDEC0F01}"/>
              </a:ext>
            </a:extLst>
          </p:cNvPr>
          <p:cNvSpPr>
            <a:spLocks noGrp="1"/>
          </p:cNvSpPr>
          <p:nvPr>
            <p:ph type="title"/>
          </p:nvPr>
        </p:nvSpPr>
        <p:spPr>
          <a:xfrm>
            <a:off x="661106" y="22249"/>
            <a:ext cx="7387312" cy="906420"/>
          </a:xfrm>
        </p:spPr>
        <p:txBody>
          <a:bodyPr>
            <a:normAutofit fontScale="90000"/>
          </a:bodyPr>
          <a:lstStyle/>
          <a:p>
            <a:pPr algn="ctr"/>
            <a:r>
              <a:rPr lang="en-US" sz="2000" dirty="0">
                <a:solidFill>
                  <a:schemeClr val="tx2"/>
                </a:solidFill>
                <a:latin typeface="Aptos Display" panose="020B0004020202020204" pitchFamily="34" charset="0"/>
              </a:rPr>
              <a:t>To  </a:t>
            </a:r>
            <a:r>
              <a:rPr lang="en-US" sz="2000" dirty="0" err="1">
                <a:solidFill>
                  <a:schemeClr val="tx2"/>
                </a:solidFill>
                <a:latin typeface="Aptos Display" panose="020B0004020202020204" pitchFamily="34" charset="0"/>
              </a:rPr>
              <a:t>underststand</a:t>
            </a:r>
            <a:r>
              <a:rPr lang="en-US" sz="2000" dirty="0">
                <a:solidFill>
                  <a:schemeClr val="tx2"/>
                </a:solidFill>
                <a:latin typeface="Aptos Display" panose="020B0004020202020204" pitchFamily="34" charset="0"/>
              </a:rPr>
              <a:t>  the  problem  of  </a:t>
            </a:r>
            <a:r>
              <a:rPr lang="en-US" sz="2000" dirty="0" err="1">
                <a:solidFill>
                  <a:schemeClr val="tx2"/>
                </a:solidFill>
                <a:latin typeface="Aptos Display" panose="020B0004020202020204" pitchFamily="34" charset="0"/>
              </a:rPr>
              <a:t>analysing</a:t>
            </a:r>
            <a:r>
              <a:rPr lang="en-US" sz="2000" dirty="0">
                <a:solidFill>
                  <a:schemeClr val="tx2"/>
                </a:solidFill>
                <a:latin typeface="Aptos Display" panose="020B0004020202020204" pitchFamily="34" charset="0"/>
              </a:rPr>
              <a:t>   the impact  of  demographics  &amp;   admission   types  on  healthcare  Costs   &amp;  Outcomes.</a:t>
            </a:r>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a:off x="875520" y="864535"/>
            <a:ext cx="5346477" cy="223002"/>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624678" y="6015670"/>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E5B31D07-2A8C-EDD5-B6C8-D47ECE7318F7}"/>
              </a:ext>
            </a:extLst>
          </p:cNvPr>
          <p:cNvGrpSpPr/>
          <p:nvPr/>
        </p:nvGrpSpPr>
        <p:grpSpPr>
          <a:xfrm>
            <a:off x="162645" y="176569"/>
            <a:ext cx="906419" cy="906419"/>
            <a:chOff x="322085" y="3198674"/>
            <a:chExt cx="906419" cy="906419"/>
          </a:xfrm>
        </p:grpSpPr>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594286" y="3341556"/>
              <a:ext cx="362015" cy="584795"/>
              <a:chOff x="1684741" y="3186732"/>
              <a:chExt cx="530027" cy="856197"/>
            </a:xfrm>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322085" y="3198674"/>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5" name="Subtitle 3">
            <a:extLst>
              <a:ext uri="{FF2B5EF4-FFF2-40B4-BE49-F238E27FC236}">
                <a16:creationId xmlns:a16="http://schemas.microsoft.com/office/drawing/2014/main" id="{64857D70-F12B-4E1B-99F8-92DAD4349846}"/>
              </a:ext>
            </a:extLst>
          </p:cNvPr>
          <p:cNvSpPr txBox="1">
            <a:spLocks/>
          </p:cNvSpPr>
          <p:nvPr/>
        </p:nvSpPr>
        <p:spPr>
          <a:xfrm>
            <a:off x="8904815" y="5005277"/>
            <a:ext cx="2795571" cy="1641329"/>
          </a:xfrm>
          <a:prstGeom prst="rect">
            <a:avLst/>
          </a:prstGeom>
          <a:gradFill>
            <a:gsLst>
              <a:gs pos="8000">
                <a:schemeClr val="tx2">
                  <a:alpha val="0"/>
                  <a:lumMod val="94000"/>
                  <a:lumOff val="6000"/>
                </a:schemeClr>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b="1" dirty="0">
                <a:solidFill>
                  <a:srgbClr val="FFC000"/>
                </a:solidFill>
              </a:rPr>
              <a:t>Based on</a:t>
            </a:r>
          </a:p>
          <a:p>
            <a:pPr marL="342900" indent="-342900">
              <a:buClr>
                <a:srgbClr val="002060"/>
              </a:buClr>
              <a:buFont typeface="Wingdings" panose="05000000000000000000" pitchFamily="2" charset="2"/>
              <a:buChar char="v"/>
            </a:pPr>
            <a:r>
              <a:rPr lang="en-IN" sz="1800" dirty="0">
                <a:solidFill>
                  <a:schemeClr val="accent1">
                    <a:lumMod val="20000"/>
                    <a:lumOff val="80000"/>
                  </a:schemeClr>
                </a:solidFill>
              </a:rPr>
              <a:t>Patient Information</a:t>
            </a:r>
          </a:p>
          <a:p>
            <a:pPr marL="342900" indent="-342900">
              <a:buClr>
                <a:srgbClr val="002060"/>
              </a:buClr>
              <a:buFont typeface="Wingdings" panose="05000000000000000000" pitchFamily="2" charset="2"/>
              <a:buChar char="v"/>
            </a:pPr>
            <a:r>
              <a:rPr lang="en-IN" sz="1800" dirty="0">
                <a:solidFill>
                  <a:schemeClr val="accent1">
                    <a:lumMod val="20000"/>
                    <a:lumOff val="80000"/>
                  </a:schemeClr>
                </a:solidFill>
              </a:rPr>
              <a:t>Admission Information</a:t>
            </a:r>
          </a:p>
          <a:p>
            <a:pPr marL="342900" indent="-342900">
              <a:buClr>
                <a:srgbClr val="002060"/>
              </a:buClr>
              <a:buFont typeface="Wingdings" panose="05000000000000000000" pitchFamily="2" charset="2"/>
              <a:buChar char="v"/>
            </a:pPr>
            <a:r>
              <a:rPr lang="en-IN" sz="1800" dirty="0">
                <a:solidFill>
                  <a:schemeClr val="accent1">
                    <a:lumMod val="20000"/>
                    <a:lumOff val="80000"/>
                  </a:schemeClr>
                </a:solidFill>
              </a:rPr>
              <a:t>Insurance Information</a:t>
            </a:r>
          </a:p>
        </p:txBody>
      </p:sp>
      <p:sp>
        <p:nvSpPr>
          <p:cNvPr id="6" name="Rectangle 5">
            <a:extLst>
              <a:ext uri="{FF2B5EF4-FFF2-40B4-BE49-F238E27FC236}">
                <a16:creationId xmlns:a16="http://schemas.microsoft.com/office/drawing/2014/main" id="{0F43E78B-5040-0C00-890B-1137553F4FE9}"/>
              </a:ext>
            </a:extLst>
          </p:cNvPr>
          <p:cNvSpPr/>
          <p:nvPr/>
        </p:nvSpPr>
        <p:spPr>
          <a:xfrm>
            <a:off x="1069063" y="904246"/>
            <a:ext cx="5346477" cy="50003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b="1" u="sng" dirty="0">
                <a:solidFill>
                  <a:srgbClr val="C00000"/>
                </a:solidFill>
                <a:highlight>
                  <a:srgbClr val="00FFFF"/>
                </a:highlight>
              </a:rPr>
              <a:t>I - Demographic Analysis of Medical Conditions based on Patient information</a:t>
            </a:r>
          </a:p>
          <a:p>
            <a:pPr marL="285750" indent="-285750">
              <a:buFont typeface="Arial" panose="020B0604020202020204" pitchFamily="34" charset="0"/>
              <a:buChar char="•"/>
            </a:pPr>
            <a:r>
              <a:rPr lang="en-US" sz="2400" b="1" u="sng" dirty="0">
                <a:solidFill>
                  <a:schemeClr val="accent3">
                    <a:lumMod val="40000"/>
                    <a:lumOff val="60000"/>
                  </a:schemeClr>
                </a:solidFill>
                <a:highlight>
                  <a:srgbClr val="000080"/>
                </a:highlight>
              </a:rPr>
              <a:t>Objective</a:t>
            </a:r>
            <a:r>
              <a:rPr lang="en-US" sz="2400" b="1" u="sng" dirty="0">
                <a:highlight>
                  <a:srgbClr val="000080"/>
                </a:highlight>
              </a:rPr>
              <a:t>:</a:t>
            </a:r>
            <a:r>
              <a:rPr lang="en-US" sz="2400" b="1" u="sng" dirty="0"/>
              <a:t> </a:t>
            </a:r>
            <a:r>
              <a:rPr lang="en-US" sz="2400" dirty="0"/>
              <a:t>Identify the most prevalent medical conditions within different demographic groups* </a:t>
            </a:r>
          </a:p>
          <a:p>
            <a:pPr marL="285750" indent="-285750">
              <a:buFont typeface="Arial" panose="020B0604020202020204" pitchFamily="34" charset="0"/>
              <a:buChar char="•"/>
            </a:pPr>
            <a:r>
              <a:rPr lang="en-US" sz="2400" b="1" u="sng" dirty="0">
                <a:solidFill>
                  <a:schemeClr val="accent3">
                    <a:lumMod val="40000"/>
                    <a:lumOff val="60000"/>
                  </a:schemeClr>
                </a:solidFill>
                <a:highlight>
                  <a:srgbClr val="000080"/>
                </a:highlight>
              </a:rPr>
              <a:t>Analysis</a:t>
            </a:r>
            <a:r>
              <a:rPr lang="en-US" sz="2400" b="1" u="sng" dirty="0"/>
              <a:t>: </a:t>
            </a:r>
            <a:r>
              <a:rPr lang="en-US" sz="2400" dirty="0"/>
              <a:t>Analyze the frequency of each medical condition across different patient demographics. Bucket the demographics to make it presentable to high level management. Ensure not to create too many bucket and make the bucket mutually exclusive and collectively exhaustive.</a:t>
            </a:r>
          </a:p>
        </p:txBody>
      </p:sp>
    </p:spTree>
    <p:extLst>
      <p:ext uri="{BB962C8B-B14F-4D97-AF65-F5344CB8AC3E}">
        <p14:creationId xmlns:p14="http://schemas.microsoft.com/office/powerpoint/2010/main" val="30432034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3" cstate="screen">
            <a:alphaModFix amt="35000"/>
            <a:extLst>
              <a:ext uri="{28A0092B-C50C-407E-A947-70E740481C1C}">
                <a14:useLocalDpi xmlns:a14="http://schemas.microsoft.com/office/drawing/2010/main"/>
              </a:ext>
            </a:extLst>
          </a:blip>
          <a:srcRect l="19" r="19"/>
          <a:stretch>
            <a:fillRect/>
          </a:stretch>
        </p:blipFill>
        <p:spPr/>
      </p:pic>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462339" y="307744"/>
            <a:ext cx="7560000" cy="360000"/>
          </a:xfrm>
        </p:spPr>
        <p:txBody>
          <a:bodyPr>
            <a:normAutofit fontScale="90000"/>
          </a:bodyPr>
          <a:lstStyle/>
          <a:p>
            <a:r>
              <a:rPr lang="en-US" b="1" dirty="0"/>
              <a:t>Key observation  question  tips</a:t>
            </a:r>
          </a:p>
        </p:txBody>
      </p:sp>
      <p:sp>
        <p:nvSpPr>
          <p:cNvPr id="20" name="Footer Placeholder 19">
            <a:extLst>
              <a:ext uri="{FF2B5EF4-FFF2-40B4-BE49-F238E27FC236}">
                <a16:creationId xmlns:a16="http://schemas.microsoft.com/office/drawing/2014/main" id="{B898379A-942F-47A5-80B4-B1C6F09FCB41}"/>
              </a:ext>
            </a:extLst>
          </p:cNvPr>
          <p:cNvSpPr>
            <a:spLocks noGrp="1"/>
          </p:cNvSpPr>
          <p:nvPr>
            <p:ph type="ftr" sz="quarter" idx="10"/>
          </p:nvPr>
        </p:nvSpPr>
        <p:spPr/>
        <p:txBody>
          <a:bodyPr/>
          <a:lstStyle/>
          <a:p>
            <a:r>
              <a:rPr lang="en-US" dirty="0"/>
              <a:t>* According to a Survey </a:t>
            </a:r>
          </a:p>
        </p:txBody>
      </p:sp>
      <p:sp>
        <p:nvSpPr>
          <p:cNvPr id="6" name="Text Placeholder 5">
            <a:extLst>
              <a:ext uri="{FF2B5EF4-FFF2-40B4-BE49-F238E27FC236}">
                <a16:creationId xmlns:a16="http://schemas.microsoft.com/office/drawing/2014/main" id="{A327E535-262E-40B8-A9E1-0C08FFD80900}"/>
              </a:ext>
            </a:extLst>
          </p:cNvPr>
          <p:cNvSpPr>
            <a:spLocks noGrp="1"/>
          </p:cNvSpPr>
          <p:nvPr>
            <p:ph type="body" sz="quarter" idx="13"/>
          </p:nvPr>
        </p:nvSpPr>
        <p:spPr>
          <a:xfrm>
            <a:off x="322690" y="3805072"/>
            <a:ext cx="2566034" cy="616235"/>
          </a:xfrm>
        </p:spPr>
        <p:txBody>
          <a:bodyPr>
            <a:normAutofit fontScale="77500" lnSpcReduction="20000"/>
          </a:bodyPr>
          <a:lstStyle/>
          <a:p>
            <a:r>
              <a:rPr lang="en-US" sz="1800" b="1" i="0" u="none" strike="noStrike" dirty="0">
                <a:solidFill>
                  <a:schemeClr val="accent3">
                    <a:lumMod val="25000"/>
                    <a:lumOff val="75000"/>
                  </a:schemeClr>
                </a:solidFill>
                <a:effectLst/>
                <a:latin typeface="Calibri" panose="020F0502020204030204" pitchFamily="34" charset="0"/>
              </a:rPr>
              <a:t>Which medical condition is more prevalent?</a:t>
            </a:r>
            <a:r>
              <a:rPr lang="en-US" b="1" dirty="0">
                <a:solidFill>
                  <a:schemeClr val="accent3">
                    <a:lumMod val="25000"/>
                    <a:lumOff val="75000"/>
                  </a:schemeClr>
                </a:solidFill>
              </a:rPr>
              <a:t> </a:t>
            </a:r>
          </a:p>
        </p:txBody>
      </p:sp>
      <p:sp>
        <p:nvSpPr>
          <p:cNvPr id="8" name="Text Placeholder 7">
            <a:extLst>
              <a:ext uri="{FF2B5EF4-FFF2-40B4-BE49-F238E27FC236}">
                <a16:creationId xmlns:a16="http://schemas.microsoft.com/office/drawing/2014/main" id="{AA5735F7-BDC6-4ACD-B0DE-4AB63D30BA52}"/>
              </a:ext>
            </a:extLst>
          </p:cNvPr>
          <p:cNvSpPr>
            <a:spLocks noGrp="1"/>
          </p:cNvSpPr>
          <p:nvPr>
            <p:ph type="body" sz="quarter" idx="14"/>
          </p:nvPr>
        </p:nvSpPr>
        <p:spPr>
          <a:xfrm>
            <a:off x="1603595" y="4777691"/>
            <a:ext cx="2433183" cy="846137"/>
          </a:xfrm>
        </p:spPr>
        <p:txBody>
          <a:bodyPr/>
          <a:lstStyle/>
          <a:p>
            <a:r>
              <a:rPr lang="en-US" sz="1800" b="1" dirty="0">
                <a:solidFill>
                  <a:schemeClr val="accent3">
                    <a:lumMod val="25000"/>
                    <a:lumOff val="75000"/>
                  </a:schemeClr>
                </a:solidFill>
                <a:latin typeface="Calibri" panose="020F0502020204030204" pitchFamily="34" charset="0"/>
              </a:rPr>
              <a:t>Which age group has more patients </a:t>
            </a:r>
          </a:p>
        </p:txBody>
      </p:sp>
      <p:sp>
        <p:nvSpPr>
          <p:cNvPr id="10" name="Text Placeholder 9">
            <a:extLst>
              <a:ext uri="{FF2B5EF4-FFF2-40B4-BE49-F238E27FC236}">
                <a16:creationId xmlns:a16="http://schemas.microsoft.com/office/drawing/2014/main" id="{37BC20BC-85E6-48CD-B755-5D4149953C3B}"/>
              </a:ext>
            </a:extLst>
          </p:cNvPr>
          <p:cNvSpPr>
            <a:spLocks noGrp="1"/>
          </p:cNvSpPr>
          <p:nvPr>
            <p:ph type="body" sz="quarter" idx="15"/>
          </p:nvPr>
        </p:nvSpPr>
        <p:spPr>
          <a:xfrm>
            <a:off x="5002653" y="4731499"/>
            <a:ext cx="2845347" cy="612816"/>
          </a:xfrm>
        </p:spPr>
        <p:txBody>
          <a:bodyPr>
            <a:normAutofit fontScale="85000" lnSpcReduction="10000"/>
          </a:bodyPr>
          <a:lstStyle/>
          <a:p>
            <a:r>
              <a:rPr lang="en-US" sz="1800" b="1" dirty="0">
                <a:solidFill>
                  <a:schemeClr val="accent3">
                    <a:lumMod val="25000"/>
                    <a:lumOff val="75000"/>
                  </a:schemeClr>
                </a:solidFill>
                <a:latin typeface="Calibri" panose="020F0502020204030204" pitchFamily="34" charset="0"/>
              </a:rPr>
              <a:t>Age group wise Most common medical condition </a:t>
            </a:r>
          </a:p>
        </p:txBody>
      </p:sp>
      <p:sp>
        <p:nvSpPr>
          <p:cNvPr id="12" name="Text Placeholder 11">
            <a:extLst>
              <a:ext uri="{FF2B5EF4-FFF2-40B4-BE49-F238E27FC236}">
                <a16:creationId xmlns:a16="http://schemas.microsoft.com/office/drawing/2014/main" id="{DC6EAD81-841A-483E-9B44-512A1470E471}"/>
              </a:ext>
            </a:extLst>
          </p:cNvPr>
          <p:cNvSpPr>
            <a:spLocks noGrp="1"/>
          </p:cNvSpPr>
          <p:nvPr>
            <p:ph type="body" sz="quarter" idx="16"/>
          </p:nvPr>
        </p:nvSpPr>
        <p:spPr>
          <a:xfrm>
            <a:off x="6723746" y="3780043"/>
            <a:ext cx="2964026" cy="597211"/>
          </a:xfrm>
        </p:spPr>
        <p:txBody>
          <a:bodyPr>
            <a:normAutofit fontScale="85000" lnSpcReduction="10000"/>
          </a:bodyPr>
          <a:lstStyle/>
          <a:p>
            <a:r>
              <a:rPr lang="en-US" sz="1800" b="1" dirty="0">
                <a:solidFill>
                  <a:schemeClr val="accent3">
                    <a:lumMod val="25000"/>
                    <a:lumOff val="75000"/>
                  </a:schemeClr>
                </a:solidFill>
                <a:latin typeface="Calibri" panose="020F0502020204030204" pitchFamily="34" charset="0"/>
              </a:rPr>
              <a:t>Gender wise most common medical condition </a:t>
            </a:r>
          </a:p>
        </p:txBody>
      </p:sp>
      <p:sp>
        <p:nvSpPr>
          <p:cNvPr id="14" name="Text Placeholder 13">
            <a:extLst>
              <a:ext uri="{FF2B5EF4-FFF2-40B4-BE49-F238E27FC236}">
                <a16:creationId xmlns:a16="http://schemas.microsoft.com/office/drawing/2014/main" id="{978028AA-13B5-4B26-947A-231084A75CD1}"/>
              </a:ext>
            </a:extLst>
          </p:cNvPr>
          <p:cNvSpPr>
            <a:spLocks noGrp="1"/>
          </p:cNvSpPr>
          <p:nvPr>
            <p:ph type="body" sz="quarter" idx="17"/>
          </p:nvPr>
        </p:nvSpPr>
        <p:spPr>
          <a:xfrm>
            <a:off x="8819692" y="4808235"/>
            <a:ext cx="3282307" cy="597211"/>
          </a:xfrm>
        </p:spPr>
        <p:txBody>
          <a:bodyPr>
            <a:normAutofit fontScale="85000" lnSpcReduction="10000"/>
          </a:bodyPr>
          <a:lstStyle/>
          <a:p>
            <a:r>
              <a:rPr lang="en-US" sz="1800" b="1" dirty="0">
                <a:solidFill>
                  <a:schemeClr val="accent3">
                    <a:lumMod val="25000"/>
                    <a:lumOff val="75000"/>
                  </a:schemeClr>
                </a:solidFill>
                <a:latin typeface="Calibri" panose="020F0502020204030204" pitchFamily="34" charset="0"/>
              </a:rPr>
              <a:t>Blood group wise most common medical condition </a:t>
            </a:r>
          </a:p>
        </p:txBody>
      </p:sp>
      <p:sp>
        <p:nvSpPr>
          <p:cNvPr id="15" name="Subtitle 14">
            <a:extLst>
              <a:ext uri="{FF2B5EF4-FFF2-40B4-BE49-F238E27FC236}">
                <a16:creationId xmlns:a16="http://schemas.microsoft.com/office/drawing/2014/main" id="{65657426-6073-47AB-BB7D-5ED2CAFD6BF2}"/>
              </a:ext>
            </a:extLst>
          </p:cNvPr>
          <p:cNvSpPr>
            <a:spLocks noGrp="1"/>
          </p:cNvSpPr>
          <p:nvPr>
            <p:ph type="subTitle" idx="1"/>
          </p:nvPr>
        </p:nvSpPr>
        <p:spPr>
          <a:xfrm>
            <a:off x="3516852" y="920633"/>
            <a:ext cx="4412651" cy="620016"/>
          </a:xfrm>
          <a:ln>
            <a:solidFill>
              <a:srgbClr val="FFC000"/>
            </a:solidFill>
          </a:ln>
        </p:spPr>
        <p:txBody>
          <a:bodyPr>
            <a:noAutofit/>
          </a:bodyPr>
          <a:lstStyle/>
          <a:p>
            <a:r>
              <a:rPr lang="en-US" sz="3200" dirty="0">
                <a:solidFill>
                  <a:schemeClr val="accent3">
                    <a:lumMod val="40000"/>
                    <a:lumOff val="60000"/>
                  </a:schemeClr>
                </a:solidFill>
              </a:rPr>
              <a:t>Demographic Analysis</a:t>
            </a:r>
          </a:p>
        </p:txBody>
      </p:sp>
      <p:pic>
        <p:nvPicPr>
          <p:cNvPr id="46" name="Picture Placeholder 45" descr="Team">
            <a:extLst>
              <a:ext uri="{FF2B5EF4-FFF2-40B4-BE49-F238E27FC236}">
                <a16:creationId xmlns:a16="http://schemas.microsoft.com/office/drawing/2014/main" id="{09833D49-61B1-40F0-A9D1-6D1D4B8701A1}"/>
              </a:ext>
            </a:extLst>
          </p:cNvPr>
          <p:cNvPicPr>
            <a:picLocks noGrp="1" noChangeAspect="1"/>
          </p:cNvPicPr>
          <p:nvPr>
            <p:ph type="pic" sz="quarter" idx="23"/>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p:blipFill>
        <p:spPr>
          <a:xfrm>
            <a:off x="1219234" y="3138573"/>
            <a:ext cx="531406" cy="531406"/>
          </a:xfrm>
        </p:spPr>
      </p:pic>
      <p:pic>
        <p:nvPicPr>
          <p:cNvPr id="49" name="Picture Placeholder 48" descr="Medicine">
            <a:extLst>
              <a:ext uri="{FF2B5EF4-FFF2-40B4-BE49-F238E27FC236}">
                <a16:creationId xmlns:a16="http://schemas.microsoft.com/office/drawing/2014/main" id="{A17A8866-025F-45F8-9C1A-8DF0ACE8F3F7}"/>
              </a:ext>
            </a:extLst>
          </p:cNvPr>
          <p:cNvPicPr>
            <a:picLocks noGrp="1" noChangeAspect="1"/>
          </p:cNvPicPr>
          <p:nvPr>
            <p:ph type="pic" sz="quarter" idx="24"/>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4005624" y="2900135"/>
            <a:ext cx="823913" cy="823913"/>
          </a:xfrm>
        </p:spPr>
      </p:pic>
      <p:pic>
        <p:nvPicPr>
          <p:cNvPr id="53" name="Picture Placeholder 52" descr="Wallet">
            <a:extLst>
              <a:ext uri="{FF2B5EF4-FFF2-40B4-BE49-F238E27FC236}">
                <a16:creationId xmlns:a16="http://schemas.microsoft.com/office/drawing/2014/main" id="{560A3C83-28A8-4054-B787-033808650715}"/>
              </a:ext>
            </a:extLst>
          </p:cNvPr>
          <p:cNvPicPr>
            <a:picLocks noGrp="1" noChangeAspect="1"/>
          </p:cNvPicPr>
          <p:nvPr>
            <p:ph type="pic" sz="quarter" idx="25"/>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p:blipFill>
        <p:spPr>
          <a:xfrm>
            <a:off x="5686470" y="2522444"/>
            <a:ext cx="823913" cy="823913"/>
          </a:xfrm>
        </p:spPr>
      </p:pic>
      <p:pic>
        <p:nvPicPr>
          <p:cNvPr id="56" name="Picture Placeholder 55" descr="Stethoscope">
            <a:extLst>
              <a:ext uri="{FF2B5EF4-FFF2-40B4-BE49-F238E27FC236}">
                <a16:creationId xmlns:a16="http://schemas.microsoft.com/office/drawing/2014/main" id="{5CABC6B7-0A04-4890-B978-4D4F54B3CDC3}"/>
              </a:ext>
            </a:extLst>
          </p:cNvPr>
          <p:cNvPicPr>
            <a:picLocks noGrp="1" noChangeAspect="1"/>
          </p:cNvPicPr>
          <p:nvPr>
            <p:ph type="pic" sz="quarter" idx="26"/>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p:blipFill>
        <p:spPr>
          <a:xfrm>
            <a:off x="7919436" y="2948610"/>
            <a:ext cx="823913" cy="823913"/>
          </a:xfrm>
        </p:spPr>
      </p:pic>
      <p:pic>
        <p:nvPicPr>
          <p:cNvPr id="60" name="Picture Placeholder 59" descr="Upward trend">
            <a:extLst>
              <a:ext uri="{FF2B5EF4-FFF2-40B4-BE49-F238E27FC236}">
                <a16:creationId xmlns:a16="http://schemas.microsoft.com/office/drawing/2014/main" id="{8C1A4036-A328-4600-8C42-B65922A2C149}"/>
              </a:ext>
            </a:extLst>
          </p:cNvPr>
          <p:cNvPicPr>
            <a:picLocks noGrp="1" noChangeAspect="1"/>
          </p:cNvPicPr>
          <p:nvPr>
            <p:ph type="pic" sz="quarter" idx="27"/>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a:fillRect/>
          </a:stretch>
        </p:blipFill>
        <p:spPr>
          <a:xfrm>
            <a:off x="10276783" y="3844551"/>
            <a:ext cx="498796" cy="498796"/>
          </a:xfrm>
        </p:spPr>
      </p:pic>
      <p:sp>
        <p:nvSpPr>
          <p:cNvPr id="19" name="object 7" descr="Beige rectangle">
            <a:extLst>
              <a:ext uri="{FF2B5EF4-FFF2-40B4-BE49-F238E27FC236}">
                <a16:creationId xmlns:a16="http://schemas.microsoft.com/office/drawing/2014/main" id="{9B6BE182-7444-49DA-B6FA-215DD68D50CA}"/>
              </a:ext>
            </a:extLst>
          </p:cNvPr>
          <p:cNvSpPr/>
          <p:nvPr/>
        </p:nvSpPr>
        <p:spPr bwMode="white">
          <a:xfrm flipV="1">
            <a:off x="519599" y="667744"/>
            <a:ext cx="6851255" cy="139477"/>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90" name="Rectangle 89">
            <a:extLst>
              <a:ext uri="{FF2B5EF4-FFF2-40B4-BE49-F238E27FC236}">
                <a16:creationId xmlns:a16="http://schemas.microsoft.com/office/drawing/2014/main" id="{79784603-2F8F-493A-894B-9ECFC35876FE}"/>
              </a:ext>
              <a:ext uri="{C183D7F6-B498-43B3-948B-1728B52AA6E4}">
                <adec:decorative xmlns:adec="http://schemas.microsoft.com/office/drawing/2017/decorative" val="1"/>
              </a:ext>
            </a:extLst>
          </p:cNvPr>
          <p:cNvSpPr/>
          <p:nvPr/>
        </p:nvSpPr>
        <p:spPr>
          <a:xfrm flipV="1">
            <a:off x="3316170" y="6465289"/>
            <a:ext cx="4754866" cy="93897"/>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2" name="Connector: Elbow 61">
            <a:extLst>
              <a:ext uri="{FF2B5EF4-FFF2-40B4-BE49-F238E27FC236}">
                <a16:creationId xmlns:a16="http://schemas.microsoft.com/office/drawing/2014/main" id="{9A6C85E8-3D95-45FE-A577-C08E6E920D70}"/>
              </a:ext>
              <a:ext uri="{C183D7F6-B498-43B3-948B-1728B52AA6E4}">
                <adec:decorative xmlns:adec="http://schemas.microsoft.com/office/drawing/2017/decorative" val="1"/>
              </a:ext>
            </a:extLst>
          </p:cNvPr>
          <p:cNvCxnSpPr>
            <a:cxnSpLocks/>
          </p:cNvCxnSpPr>
          <p:nvPr/>
        </p:nvCxnSpPr>
        <p:spPr>
          <a:xfrm rot="16200000" flipH="1">
            <a:off x="7602753" y="-123753"/>
            <a:ext cx="1396865" cy="4641152"/>
          </a:xfrm>
          <a:prstGeom prst="bentConnector3">
            <a:avLst>
              <a:gd name="adj1" fmla="val 31197"/>
            </a:avLst>
          </a:prstGeom>
          <a:ln w="38100">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F1BB5F7E-073B-4BF0-8FA1-F724BA8DB3D0}"/>
              </a:ext>
              <a:ext uri="{C183D7F6-B498-43B3-948B-1728B52AA6E4}">
                <adec:decorative xmlns:adec="http://schemas.microsoft.com/office/drawing/2017/decorative" val="1"/>
              </a:ext>
            </a:extLst>
          </p:cNvPr>
          <p:cNvCxnSpPr>
            <a:cxnSpLocks/>
          </p:cNvCxnSpPr>
          <p:nvPr/>
        </p:nvCxnSpPr>
        <p:spPr>
          <a:xfrm rot="5400000">
            <a:off x="2964944" y="-47277"/>
            <a:ext cx="1396865" cy="4506047"/>
          </a:xfrm>
          <a:prstGeom prst="bentConnector3">
            <a:avLst>
              <a:gd name="adj1" fmla="val 29805"/>
            </a:avLst>
          </a:prstGeom>
          <a:ln w="38100">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BD12393D-57CC-F982-202B-AF56DC65B305}"/>
              </a:ext>
            </a:extLst>
          </p:cNvPr>
          <p:cNvGrpSpPr/>
          <p:nvPr/>
        </p:nvGrpSpPr>
        <p:grpSpPr>
          <a:xfrm>
            <a:off x="3497082" y="2906124"/>
            <a:ext cx="896287" cy="745643"/>
            <a:chOff x="3380336" y="2224959"/>
            <a:chExt cx="896287" cy="745643"/>
          </a:xfrm>
        </p:grpSpPr>
        <p:sp>
          <p:nvSpPr>
            <p:cNvPr id="31" name="Rectangle 30">
              <a:extLst>
                <a:ext uri="{FF2B5EF4-FFF2-40B4-BE49-F238E27FC236}">
                  <a16:creationId xmlns:a16="http://schemas.microsoft.com/office/drawing/2014/main" id="{56718F85-02C5-4814-847B-818C8CCE6A2E}"/>
                </a:ext>
              </a:extLst>
            </p:cNvPr>
            <p:cNvSpPr/>
            <p:nvPr/>
          </p:nvSpPr>
          <p:spPr>
            <a:xfrm>
              <a:off x="3380336" y="2224959"/>
              <a:ext cx="745642"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6B5C2063-3BBD-48BC-BDD6-D5E9563B1934}"/>
                </a:ext>
              </a:extLst>
            </p:cNvPr>
            <p:cNvSpPr/>
            <p:nvPr/>
          </p:nvSpPr>
          <p:spPr>
            <a:xfrm>
              <a:off x="3456416" y="2289664"/>
              <a:ext cx="82020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8089007" y="2886625"/>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978102" y="2806531"/>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192531" y="2806531"/>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14381" y="2983654"/>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 name="TextBox 23">
            <a:extLst>
              <a:ext uri="{FF2B5EF4-FFF2-40B4-BE49-F238E27FC236}">
                <a16:creationId xmlns:a16="http://schemas.microsoft.com/office/drawing/2014/main" id="{DBDA2EC7-759B-4712-0DC4-F4BE498E4D4B}"/>
              </a:ext>
            </a:extLst>
          </p:cNvPr>
          <p:cNvSpPr txBox="1"/>
          <p:nvPr/>
        </p:nvSpPr>
        <p:spPr>
          <a:xfrm>
            <a:off x="3027074" y="3801081"/>
            <a:ext cx="2666529" cy="646331"/>
          </a:xfrm>
          <a:prstGeom prst="rect">
            <a:avLst/>
          </a:prstGeom>
          <a:noFill/>
        </p:spPr>
        <p:txBody>
          <a:bodyPr wrap="square" rtlCol="0">
            <a:spAutoFit/>
          </a:bodyPr>
          <a:lstStyle/>
          <a:p>
            <a:pPr algn="ctr">
              <a:spcAft>
                <a:spcPts val="1000"/>
              </a:spcAft>
              <a:buClr>
                <a:schemeClr val="accent2"/>
              </a:buClr>
            </a:pPr>
            <a:r>
              <a:rPr lang="en-US" b="1" dirty="0">
                <a:solidFill>
                  <a:schemeClr val="accent3">
                    <a:lumMod val="25000"/>
                    <a:lumOff val="75000"/>
                  </a:schemeClr>
                </a:solidFill>
                <a:latin typeface="Calibri" panose="020F0502020204030204" pitchFamily="34" charset="0"/>
              </a:rPr>
              <a:t>Age group and Gender group wise </a:t>
            </a:r>
            <a:endParaRPr lang="en-IN" b="1" dirty="0">
              <a:solidFill>
                <a:schemeClr val="accent3">
                  <a:lumMod val="25000"/>
                  <a:lumOff val="75000"/>
                </a:schemeClr>
              </a:solidFill>
              <a:latin typeface="Calibri" panose="020F0502020204030204" pitchFamily="34" charset="0"/>
            </a:endParaRPr>
          </a:p>
        </p:txBody>
      </p:sp>
    </p:spTree>
    <p:extLst>
      <p:ext uri="{BB962C8B-B14F-4D97-AF65-F5344CB8AC3E}">
        <p14:creationId xmlns:p14="http://schemas.microsoft.com/office/powerpoint/2010/main" val="36976916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grpId="0" nodeType="clickEffect">
                                  <p:stCondLst>
                                    <p:cond delay="0"/>
                                  </p:stCondLst>
                                  <p:childTnLst>
                                    <p:set>
                                      <p:cBhvr>
                                        <p:cTn id="16" dur="1" fill="hold">
                                          <p:stCondLst>
                                            <p:cond delay="0"/>
                                          </p:stCondLst>
                                        </p:cTn>
                                        <p:tgtEl>
                                          <p:spTgt spid="15">
                                            <p:bg/>
                                          </p:spTgt>
                                        </p:tgtEl>
                                        <p:attrNameLst>
                                          <p:attrName>style.visibility</p:attrName>
                                        </p:attrNameLst>
                                      </p:cBhvr>
                                      <p:to>
                                        <p:strVal val="visible"/>
                                      </p:to>
                                    </p:set>
                                    <p:animEffect transition="in" filter="wheel(2)">
                                      <p:cBhvr>
                                        <p:cTn id="17" dur="1100"/>
                                        <p:tgtEl>
                                          <p:spTgt spid="15">
                                            <p:bg/>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2"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heel(2)">
                                      <p:cBhvr>
                                        <p:cTn id="22" dur="20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1000"/>
                                        <p:tgtEl>
                                          <p:spTgt spid="70"/>
                                        </p:tgtEl>
                                      </p:cBhvr>
                                    </p:animEffect>
                                    <p:anim calcmode="lin" valueType="num">
                                      <p:cBhvr>
                                        <p:cTn id="28" dur="1000" fill="hold"/>
                                        <p:tgtEl>
                                          <p:spTgt spid="70"/>
                                        </p:tgtEl>
                                        <p:attrNameLst>
                                          <p:attrName>ppt_x</p:attrName>
                                        </p:attrNameLst>
                                      </p:cBhvr>
                                      <p:tavLst>
                                        <p:tav tm="0">
                                          <p:val>
                                            <p:strVal val="#ppt_x"/>
                                          </p:val>
                                        </p:tav>
                                        <p:tav tm="100000">
                                          <p:val>
                                            <p:strVal val="#ppt_x"/>
                                          </p:val>
                                        </p:tav>
                                      </p:tavLst>
                                    </p:anim>
                                    <p:anim calcmode="lin" valueType="num">
                                      <p:cBhvr>
                                        <p:cTn id="29" dur="1000" fill="hold"/>
                                        <p:tgtEl>
                                          <p:spTgt spid="7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1000"/>
                                        <p:tgtEl>
                                          <p:spTgt spid="62"/>
                                        </p:tgtEl>
                                      </p:cBhvr>
                                    </p:animEffect>
                                    <p:anim calcmode="lin" valueType="num">
                                      <p:cBhvr>
                                        <p:cTn id="33" dur="1000" fill="hold"/>
                                        <p:tgtEl>
                                          <p:spTgt spid="62"/>
                                        </p:tgtEl>
                                        <p:attrNameLst>
                                          <p:attrName>ppt_x</p:attrName>
                                        </p:attrNameLst>
                                      </p:cBhvr>
                                      <p:tavLst>
                                        <p:tav tm="0">
                                          <p:val>
                                            <p:strVal val="#ppt_x"/>
                                          </p:val>
                                        </p:tav>
                                        <p:tav tm="100000">
                                          <p:val>
                                            <p:strVal val="#ppt_x"/>
                                          </p:val>
                                        </p:tav>
                                      </p:tavLst>
                                    </p:anim>
                                    <p:anim calcmode="lin" valueType="num">
                                      <p:cBhvr>
                                        <p:cTn id="34"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wipe(down)">
                                      <p:cBhvr>
                                        <p:cTn id="39" dur="500"/>
                                        <p:tgtEl>
                                          <p:spTgt spid="47"/>
                                        </p:tgtEl>
                                      </p:cBhvr>
                                    </p:animEffect>
                                  </p:childTnLst>
                                </p:cTn>
                              </p:par>
                              <p:par>
                                <p:cTn id="40" presetID="22" presetClass="entr" presetSubtype="4" fill="hold"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down)">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 calcmode="lin" valueType="num">
                                      <p:cBhvr additive="base">
                                        <p:cTn id="4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randombar(horizontal)">
                                      <p:cBhvr>
                                        <p:cTn id="53" dur="500"/>
                                        <p:tgtEl>
                                          <p:spTgt spid="29"/>
                                        </p:tgtEl>
                                      </p:cBhvr>
                                    </p:animEffect>
                                  </p:childTnLst>
                                </p:cTn>
                              </p:par>
                              <p:par>
                                <p:cTn id="54" presetID="14" presetClass="entr" presetSubtype="10" fill="hold"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randombar(horizontal)">
                                      <p:cBhvr>
                                        <p:cTn id="56" dur="500"/>
                                        <p:tgtEl>
                                          <p:spTgt spid="49"/>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1000"/>
                                        <p:tgtEl>
                                          <p:spTgt spid="24"/>
                                        </p:tgtEl>
                                      </p:cBhvr>
                                    </p:animEffect>
                                    <p:anim calcmode="lin" valueType="num">
                                      <p:cBhvr>
                                        <p:cTn id="62" dur="1000" fill="hold"/>
                                        <p:tgtEl>
                                          <p:spTgt spid="24"/>
                                        </p:tgtEl>
                                        <p:attrNameLst>
                                          <p:attrName>ppt_x</p:attrName>
                                        </p:attrNameLst>
                                      </p:cBhvr>
                                      <p:tavLst>
                                        <p:tav tm="0">
                                          <p:val>
                                            <p:strVal val="#ppt_x"/>
                                          </p:val>
                                        </p:tav>
                                        <p:tav tm="100000">
                                          <p:val>
                                            <p:strVal val="#ppt_x"/>
                                          </p:val>
                                        </p:tav>
                                      </p:tavLst>
                                    </p:anim>
                                    <p:anim calcmode="lin" valueType="num">
                                      <p:cBhvr>
                                        <p:cTn id="6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8">
                                            <p:txEl>
                                              <p:pRg st="0" end="0"/>
                                            </p:txEl>
                                          </p:spTgt>
                                        </p:tgtEl>
                                        <p:attrNameLst>
                                          <p:attrName>style.visibility</p:attrName>
                                        </p:attrNameLst>
                                      </p:cBhvr>
                                      <p:to>
                                        <p:strVal val="visible"/>
                                      </p:to>
                                    </p:set>
                                    <p:animEffect transition="in" filter="fade">
                                      <p:cBhvr>
                                        <p:cTn id="68" dur="1000"/>
                                        <p:tgtEl>
                                          <p:spTgt spid="8">
                                            <p:txEl>
                                              <p:pRg st="0" end="0"/>
                                            </p:txEl>
                                          </p:spTgt>
                                        </p:tgtEl>
                                      </p:cBhvr>
                                    </p:animEffect>
                                    <p:anim calcmode="lin" valueType="num">
                                      <p:cBhvr>
                                        <p:cTn id="6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70"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4" presetClass="entr" presetSubtype="10" fill="hold"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randombar(horizontal)">
                                      <p:cBhvr>
                                        <p:cTn id="75" dur="500"/>
                                        <p:tgtEl>
                                          <p:spTgt spid="36"/>
                                        </p:tgtEl>
                                      </p:cBhvr>
                                    </p:animEffect>
                                  </p:childTnLst>
                                </p:cTn>
                              </p:par>
                              <p:par>
                                <p:cTn id="76" presetID="14" presetClass="entr" presetSubtype="10" fill="hold" nodeType="with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randombar(horizontal)">
                                      <p:cBhvr>
                                        <p:cTn id="78" dur="500"/>
                                        <p:tgtEl>
                                          <p:spTgt spid="53"/>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0">
                                            <p:txEl>
                                              <p:pRg st="0" end="0"/>
                                            </p:txEl>
                                          </p:spTgt>
                                        </p:tgtEl>
                                        <p:attrNameLst>
                                          <p:attrName>style.visibility</p:attrName>
                                        </p:attrNameLst>
                                      </p:cBhvr>
                                      <p:to>
                                        <p:strVal val="visible"/>
                                      </p:to>
                                    </p:set>
                                    <p:anim calcmode="lin" valueType="num">
                                      <p:cBhvr additive="base">
                                        <p:cTn id="8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1" fill="hold" nodeType="clickEffect">
                                  <p:stCondLst>
                                    <p:cond delay="0"/>
                                  </p:stCondLst>
                                  <p:childTnLst>
                                    <p:set>
                                      <p:cBhvr>
                                        <p:cTn id="88" dur="1" fill="hold">
                                          <p:stCondLst>
                                            <p:cond delay="0"/>
                                          </p:stCondLst>
                                        </p:cTn>
                                        <p:tgtEl>
                                          <p:spTgt spid="33"/>
                                        </p:tgtEl>
                                        <p:attrNameLst>
                                          <p:attrName>style.visibility</p:attrName>
                                        </p:attrNameLst>
                                      </p:cBhvr>
                                      <p:to>
                                        <p:strVal val="visible"/>
                                      </p:to>
                                    </p:set>
                                    <p:anim calcmode="lin" valueType="num">
                                      <p:cBhvr additive="base">
                                        <p:cTn id="89" dur="500" fill="hold"/>
                                        <p:tgtEl>
                                          <p:spTgt spid="33"/>
                                        </p:tgtEl>
                                        <p:attrNameLst>
                                          <p:attrName>ppt_x</p:attrName>
                                        </p:attrNameLst>
                                      </p:cBhvr>
                                      <p:tavLst>
                                        <p:tav tm="0">
                                          <p:val>
                                            <p:strVal val="#ppt_x"/>
                                          </p:val>
                                        </p:tav>
                                        <p:tav tm="100000">
                                          <p:val>
                                            <p:strVal val="#ppt_x"/>
                                          </p:val>
                                        </p:tav>
                                      </p:tavLst>
                                    </p:anim>
                                    <p:anim calcmode="lin" valueType="num">
                                      <p:cBhvr additive="base">
                                        <p:cTn id="90" dur="500" fill="hold"/>
                                        <p:tgtEl>
                                          <p:spTgt spid="33"/>
                                        </p:tgtEl>
                                        <p:attrNameLst>
                                          <p:attrName>ppt_y</p:attrName>
                                        </p:attrNameLst>
                                      </p:cBhvr>
                                      <p:tavLst>
                                        <p:tav tm="0">
                                          <p:val>
                                            <p:strVal val="0-#ppt_h/2"/>
                                          </p:val>
                                        </p:tav>
                                        <p:tav tm="100000">
                                          <p:val>
                                            <p:strVal val="#ppt_y"/>
                                          </p:val>
                                        </p:tav>
                                      </p:tavLst>
                                    </p:anim>
                                  </p:childTnLst>
                                </p:cTn>
                              </p:par>
                              <p:par>
                                <p:cTn id="91" presetID="2" presetClass="entr" presetSubtype="1" fill="hold" nodeType="withEffect">
                                  <p:stCondLst>
                                    <p:cond delay="0"/>
                                  </p:stCondLst>
                                  <p:childTnLst>
                                    <p:set>
                                      <p:cBhvr>
                                        <p:cTn id="92" dur="1" fill="hold">
                                          <p:stCondLst>
                                            <p:cond delay="0"/>
                                          </p:stCondLst>
                                        </p:cTn>
                                        <p:tgtEl>
                                          <p:spTgt spid="56"/>
                                        </p:tgtEl>
                                        <p:attrNameLst>
                                          <p:attrName>style.visibility</p:attrName>
                                        </p:attrNameLst>
                                      </p:cBhvr>
                                      <p:to>
                                        <p:strVal val="visible"/>
                                      </p:to>
                                    </p:set>
                                    <p:anim calcmode="lin" valueType="num">
                                      <p:cBhvr additive="base">
                                        <p:cTn id="93" dur="500" fill="hold"/>
                                        <p:tgtEl>
                                          <p:spTgt spid="56"/>
                                        </p:tgtEl>
                                        <p:attrNameLst>
                                          <p:attrName>ppt_x</p:attrName>
                                        </p:attrNameLst>
                                      </p:cBhvr>
                                      <p:tavLst>
                                        <p:tav tm="0">
                                          <p:val>
                                            <p:strVal val="#ppt_x"/>
                                          </p:val>
                                        </p:tav>
                                        <p:tav tm="100000">
                                          <p:val>
                                            <p:strVal val="#ppt_x"/>
                                          </p:val>
                                        </p:tav>
                                      </p:tavLst>
                                    </p:anim>
                                    <p:anim calcmode="lin" valueType="num">
                                      <p:cBhvr additive="base">
                                        <p:cTn id="94"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12">
                                            <p:txEl>
                                              <p:pRg st="0" end="0"/>
                                            </p:txEl>
                                          </p:spTgt>
                                        </p:tgtEl>
                                        <p:attrNameLst>
                                          <p:attrName>style.visibility</p:attrName>
                                        </p:attrNameLst>
                                      </p:cBhvr>
                                      <p:to>
                                        <p:strVal val="visible"/>
                                      </p:to>
                                    </p:set>
                                    <p:animEffect transition="in" filter="wipe(down)">
                                      <p:cBhvr>
                                        <p:cTn id="99" dur="500"/>
                                        <p:tgtEl>
                                          <p:spTgt spid="12">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nodeType="clickEffect">
                                  <p:stCondLst>
                                    <p:cond delay="0"/>
                                  </p:stCondLst>
                                  <p:childTnLst>
                                    <p:set>
                                      <p:cBhvr>
                                        <p:cTn id="103" dur="1" fill="hold">
                                          <p:stCondLst>
                                            <p:cond delay="0"/>
                                          </p:stCondLst>
                                        </p:cTn>
                                        <p:tgtEl>
                                          <p:spTgt spid="2"/>
                                        </p:tgtEl>
                                        <p:attrNameLst>
                                          <p:attrName>style.visibility</p:attrName>
                                        </p:attrNameLst>
                                      </p:cBhvr>
                                      <p:to>
                                        <p:strVal val="visible"/>
                                      </p:to>
                                    </p:set>
                                    <p:anim calcmode="lin" valueType="num">
                                      <p:cBhvr additive="base">
                                        <p:cTn id="104" dur="500" fill="hold"/>
                                        <p:tgtEl>
                                          <p:spTgt spid="2"/>
                                        </p:tgtEl>
                                        <p:attrNameLst>
                                          <p:attrName>ppt_x</p:attrName>
                                        </p:attrNameLst>
                                      </p:cBhvr>
                                      <p:tavLst>
                                        <p:tav tm="0">
                                          <p:val>
                                            <p:strVal val="#ppt_x"/>
                                          </p:val>
                                        </p:tav>
                                        <p:tav tm="100000">
                                          <p:val>
                                            <p:strVal val="#ppt_x"/>
                                          </p:val>
                                        </p:tav>
                                      </p:tavLst>
                                    </p:anim>
                                    <p:anim calcmode="lin" valueType="num">
                                      <p:cBhvr additive="base">
                                        <p:cTn id="105" dur="500" fill="hold"/>
                                        <p:tgtEl>
                                          <p:spTgt spid="2"/>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60"/>
                                        </p:tgtEl>
                                        <p:attrNameLst>
                                          <p:attrName>style.visibility</p:attrName>
                                        </p:attrNameLst>
                                      </p:cBhvr>
                                      <p:to>
                                        <p:strVal val="visible"/>
                                      </p:to>
                                    </p:set>
                                    <p:anim calcmode="lin" valueType="num">
                                      <p:cBhvr additive="base">
                                        <p:cTn id="108" dur="500" fill="hold"/>
                                        <p:tgtEl>
                                          <p:spTgt spid="60"/>
                                        </p:tgtEl>
                                        <p:attrNameLst>
                                          <p:attrName>ppt_x</p:attrName>
                                        </p:attrNameLst>
                                      </p:cBhvr>
                                      <p:tavLst>
                                        <p:tav tm="0">
                                          <p:val>
                                            <p:strVal val="#ppt_x"/>
                                          </p:val>
                                        </p:tav>
                                        <p:tav tm="100000">
                                          <p:val>
                                            <p:strVal val="#ppt_x"/>
                                          </p:val>
                                        </p:tav>
                                      </p:tavLst>
                                    </p:anim>
                                    <p:anim calcmode="lin" valueType="num">
                                      <p:cBhvr additive="base">
                                        <p:cTn id="109"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grpId="0" nodeType="clickEffect">
                                  <p:stCondLst>
                                    <p:cond delay="0"/>
                                  </p:stCondLst>
                                  <p:childTnLst>
                                    <p:set>
                                      <p:cBhvr>
                                        <p:cTn id="113" dur="1" fill="hold">
                                          <p:stCondLst>
                                            <p:cond delay="0"/>
                                          </p:stCondLst>
                                        </p:cTn>
                                        <p:tgtEl>
                                          <p:spTgt spid="14">
                                            <p:txEl>
                                              <p:pRg st="0" end="0"/>
                                            </p:txEl>
                                          </p:spTgt>
                                        </p:tgtEl>
                                        <p:attrNameLst>
                                          <p:attrName>style.visibility</p:attrName>
                                        </p:attrNameLst>
                                      </p:cBhvr>
                                      <p:to>
                                        <p:strVal val="visible"/>
                                      </p:to>
                                    </p:set>
                                    <p:animEffect transition="in" filter="fade">
                                      <p:cBhvr>
                                        <p:cTn id="114" dur="1000"/>
                                        <p:tgtEl>
                                          <p:spTgt spid="14">
                                            <p:txEl>
                                              <p:pRg st="0" end="0"/>
                                            </p:txEl>
                                          </p:spTgt>
                                        </p:tgtEl>
                                      </p:cBhvr>
                                    </p:animEffect>
                                    <p:anim calcmode="lin" valueType="num">
                                      <p:cBhvr>
                                        <p:cTn id="115"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16"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P spid="8" grpId="0" build="p"/>
      <p:bldP spid="10" grpId="0" build="allAtOnce"/>
      <p:bldP spid="12" grpId="0" build="p"/>
      <p:bldP spid="14" grpId="0" build="p"/>
      <p:bldP spid="15" grpId="0" build="p" animBg="1"/>
      <p:bldP spid="19" grpId="0" animBg="1"/>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26206-59A9-E751-C42D-4B8426731871}"/>
              </a:ext>
            </a:extLst>
          </p:cNvPr>
          <p:cNvSpPr>
            <a:spLocks noGrp="1"/>
          </p:cNvSpPr>
          <p:nvPr>
            <p:ph type="title"/>
          </p:nvPr>
        </p:nvSpPr>
        <p:spPr>
          <a:xfrm>
            <a:off x="116732" y="105633"/>
            <a:ext cx="7560000" cy="370166"/>
          </a:xfrm>
        </p:spPr>
        <p:txBody>
          <a:bodyPr>
            <a:normAutofit fontScale="90000"/>
          </a:bodyPr>
          <a:lstStyle/>
          <a:p>
            <a:r>
              <a:rPr lang="en-IN" dirty="0"/>
              <a:t>Gender  wise  analysis - insights</a:t>
            </a:r>
          </a:p>
        </p:txBody>
      </p:sp>
      <p:sp>
        <p:nvSpPr>
          <p:cNvPr id="3" name="Slide Number Placeholder 2">
            <a:extLst>
              <a:ext uri="{FF2B5EF4-FFF2-40B4-BE49-F238E27FC236}">
                <a16:creationId xmlns:a16="http://schemas.microsoft.com/office/drawing/2014/main" id="{6C7B4FFB-216C-3BB2-C6FC-7F417B795271}"/>
              </a:ext>
            </a:extLst>
          </p:cNvPr>
          <p:cNvSpPr>
            <a:spLocks noGrp="1"/>
          </p:cNvSpPr>
          <p:nvPr>
            <p:ph type="sldNum" sz="quarter" idx="11"/>
          </p:nvPr>
        </p:nvSpPr>
        <p:spPr/>
        <p:txBody>
          <a:bodyPr/>
          <a:lstStyle/>
          <a:p>
            <a:fld id="{EECC7194-A4D0-457B-9D3E-53681723AFF7}" type="slidenum">
              <a:rPr lang="en-US" noProof="0" smtClean="0"/>
              <a:pPr/>
              <a:t>4</a:t>
            </a:fld>
            <a:endParaRPr lang="en-US" noProof="0" dirty="0"/>
          </a:p>
        </p:txBody>
      </p:sp>
      <p:sp>
        <p:nvSpPr>
          <p:cNvPr id="4" name="Text Placeholder 3">
            <a:extLst>
              <a:ext uri="{FF2B5EF4-FFF2-40B4-BE49-F238E27FC236}">
                <a16:creationId xmlns:a16="http://schemas.microsoft.com/office/drawing/2014/main" id="{E30783CE-98F6-8179-ED42-FBC6D4CCB39E}"/>
              </a:ext>
            </a:extLst>
          </p:cNvPr>
          <p:cNvSpPr>
            <a:spLocks noGrp="1"/>
          </p:cNvSpPr>
          <p:nvPr>
            <p:ph type="body" sz="quarter" idx="12"/>
          </p:nvPr>
        </p:nvSpPr>
        <p:spPr/>
        <p:txBody>
          <a:bodyPr>
            <a:normAutofit fontScale="77500" lnSpcReduction="20000"/>
          </a:bodyPr>
          <a:lstStyle/>
          <a:p>
            <a:endParaRPr lang="en-IN"/>
          </a:p>
        </p:txBody>
      </p:sp>
      <p:pic>
        <p:nvPicPr>
          <p:cNvPr id="7" name="Picture 6">
            <a:extLst>
              <a:ext uri="{FF2B5EF4-FFF2-40B4-BE49-F238E27FC236}">
                <a16:creationId xmlns:a16="http://schemas.microsoft.com/office/drawing/2014/main" id="{2B5B33D6-776F-E223-86D8-BD3A033C0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2298"/>
            <a:ext cx="12192000" cy="6225702"/>
          </a:xfrm>
          <a:prstGeom prst="rect">
            <a:avLst/>
          </a:prstGeom>
        </p:spPr>
      </p:pic>
    </p:spTree>
    <p:extLst>
      <p:ext uri="{BB962C8B-B14F-4D97-AF65-F5344CB8AC3E}">
        <p14:creationId xmlns:p14="http://schemas.microsoft.com/office/powerpoint/2010/main" val="33499998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fltVal val="0"/>
                                          </p:val>
                                        </p:tav>
                                        <p:tav tm="100000">
                                          <p:val>
                                            <p:strVal val="#ppt_w"/>
                                          </p:val>
                                        </p:tav>
                                      </p:tavLst>
                                    </p:anim>
                                    <p:anim calcmode="lin" valueType="num">
                                      <p:cBhvr>
                                        <p:cTn id="15" dur="1000" fill="hold"/>
                                        <p:tgtEl>
                                          <p:spTgt spid="7"/>
                                        </p:tgtEl>
                                        <p:attrNameLst>
                                          <p:attrName>ppt_h</p:attrName>
                                        </p:attrNameLst>
                                      </p:cBhvr>
                                      <p:tavLst>
                                        <p:tav tm="0">
                                          <p:val>
                                            <p:fltVal val="0"/>
                                          </p:val>
                                        </p:tav>
                                        <p:tav tm="100000">
                                          <p:val>
                                            <p:strVal val="#ppt_h"/>
                                          </p:val>
                                        </p:tav>
                                      </p:tavLst>
                                    </p:anim>
                                    <p:anim calcmode="lin" valueType="num">
                                      <p:cBhvr>
                                        <p:cTn id="16" dur="1000" fill="hold"/>
                                        <p:tgtEl>
                                          <p:spTgt spid="7"/>
                                        </p:tgtEl>
                                        <p:attrNameLst>
                                          <p:attrName>style.rotation</p:attrName>
                                        </p:attrNameLst>
                                      </p:cBhvr>
                                      <p:tavLst>
                                        <p:tav tm="0">
                                          <p:val>
                                            <p:fltVal val="90"/>
                                          </p:val>
                                        </p:tav>
                                        <p:tav tm="100000">
                                          <p:val>
                                            <p:fltVal val="0"/>
                                          </p:val>
                                        </p:tav>
                                      </p:tavLst>
                                    </p:anim>
                                    <p:animEffect transition="in" filter="fade">
                                      <p:cBhvr>
                                        <p:cTn id="1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A69E2-9840-F02D-7ED4-B8F522521422}"/>
              </a:ext>
            </a:extLst>
          </p:cNvPr>
          <p:cNvSpPr>
            <a:spLocks noGrp="1"/>
          </p:cNvSpPr>
          <p:nvPr>
            <p:ph type="title"/>
          </p:nvPr>
        </p:nvSpPr>
        <p:spPr>
          <a:xfrm>
            <a:off x="172973" y="85745"/>
            <a:ext cx="7560000" cy="370166"/>
          </a:xfrm>
        </p:spPr>
        <p:txBody>
          <a:bodyPr>
            <a:normAutofit fontScale="90000"/>
          </a:bodyPr>
          <a:lstStyle/>
          <a:p>
            <a:r>
              <a:rPr lang="en-IN" dirty="0"/>
              <a:t>Age  wise  analysis - insights</a:t>
            </a:r>
          </a:p>
        </p:txBody>
      </p:sp>
      <p:sp>
        <p:nvSpPr>
          <p:cNvPr id="3" name="Slide Number Placeholder 2">
            <a:extLst>
              <a:ext uri="{FF2B5EF4-FFF2-40B4-BE49-F238E27FC236}">
                <a16:creationId xmlns:a16="http://schemas.microsoft.com/office/drawing/2014/main" id="{8E6D4AAD-2097-8590-2506-42A049832F69}"/>
              </a:ext>
            </a:extLst>
          </p:cNvPr>
          <p:cNvSpPr>
            <a:spLocks noGrp="1"/>
          </p:cNvSpPr>
          <p:nvPr>
            <p:ph type="sldNum" sz="quarter" idx="11"/>
          </p:nvPr>
        </p:nvSpPr>
        <p:spPr/>
        <p:txBody>
          <a:bodyPr/>
          <a:lstStyle/>
          <a:p>
            <a:fld id="{EECC7194-A4D0-457B-9D3E-53681723AFF7}" type="slidenum">
              <a:rPr lang="en-US" noProof="0" smtClean="0"/>
              <a:pPr/>
              <a:t>5</a:t>
            </a:fld>
            <a:endParaRPr lang="en-US" noProof="0" dirty="0"/>
          </a:p>
        </p:txBody>
      </p:sp>
      <p:sp>
        <p:nvSpPr>
          <p:cNvPr id="4" name="Text Placeholder 3">
            <a:extLst>
              <a:ext uri="{FF2B5EF4-FFF2-40B4-BE49-F238E27FC236}">
                <a16:creationId xmlns:a16="http://schemas.microsoft.com/office/drawing/2014/main" id="{1E630933-C5D0-FD7D-0E73-7715FBE32677}"/>
              </a:ext>
            </a:extLst>
          </p:cNvPr>
          <p:cNvSpPr>
            <a:spLocks noGrp="1"/>
          </p:cNvSpPr>
          <p:nvPr>
            <p:ph type="body" sz="quarter" idx="12"/>
          </p:nvPr>
        </p:nvSpPr>
        <p:spPr/>
        <p:txBody>
          <a:bodyPr>
            <a:normAutofit fontScale="77500" lnSpcReduction="20000"/>
          </a:bodyPr>
          <a:lstStyle/>
          <a:p>
            <a:endParaRPr lang="en-IN"/>
          </a:p>
        </p:txBody>
      </p:sp>
      <p:pic>
        <p:nvPicPr>
          <p:cNvPr id="9" name="Picture 8">
            <a:extLst>
              <a:ext uri="{FF2B5EF4-FFF2-40B4-BE49-F238E27FC236}">
                <a16:creationId xmlns:a16="http://schemas.microsoft.com/office/drawing/2014/main" id="{5AB02AFD-9535-1588-911A-07C0131A09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9440"/>
            <a:ext cx="12192000" cy="6258560"/>
          </a:xfrm>
          <a:prstGeom prst="rect">
            <a:avLst/>
          </a:prstGeom>
        </p:spPr>
      </p:pic>
    </p:spTree>
    <p:extLst>
      <p:ext uri="{BB962C8B-B14F-4D97-AF65-F5344CB8AC3E}">
        <p14:creationId xmlns:p14="http://schemas.microsoft.com/office/powerpoint/2010/main" val="23031515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6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900" decel="100000" fill="hold"/>
                                        <p:tgtEl>
                                          <p:spTgt spid="9"/>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BBD2-C363-DFED-BA70-19BE4ED7CA09}"/>
              </a:ext>
            </a:extLst>
          </p:cNvPr>
          <p:cNvSpPr>
            <a:spLocks noGrp="1"/>
          </p:cNvSpPr>
          <p:nvPr>
            <p:ph type="title"/>
          </p:nvPr>
        </p:nvSpPr>
        <p:spPr>
          <a:xfrm>
            <a:off x="-1" y="28925"/>
            <a:ext cx="8881353" cy="370166"/>
          </a:xfrm>
        </p:spPr>
        <p:txBody>
          <a:bodyPr>
            <a:normAutofit fontScale="90000"/>
          </a:bodyPr>
          <a:lstStyle/>
          <a:p>
            <a:r>
              <a:rPr lang="en-IN" dirty="0"/>
              <a:t>Medical condition  based on  age  wise</a:t>
            </a:r>
          </a:p>
        </p:txBody>
      </p:sp>
      <p:sp>
        <p:nvSpPr>
          <p:cNvPr id="3" name="Slide Number Placeholder 2">
            <a:extLst>
              <a:ext uri="{FF2B5EF4-FFF2-40B4-BE49-F238E27FC236}">
                <a16:creationId xmlns:a16="http://schemas.microsoft.com/office/drawing/2014/main" id="{47A8D943-EBEC-5230-FA74-7DB1778787E2}"/>
              </a:ext>
            </a:extLst>
          </p:cNvPr>
          <p:cNvSpPr>
            <a:spLocks noGrp="1"/>
          </p:cNvSpPr>
          <p:nvPr>
            <p:ph type="sldNum" sz="quarter" idx="11"/>
          </p:nvPr>
        </p:nvSpPr>
        <p:spPr/>
        <p:txBody>
          <a:bodyPr/>
          <a:lstStyle/>
          <a:p>
            <a:fld id="{EECC7194-A4D0-457B-9D3E-53681723AFF7}" type="slidenum">
              <a:rPr lang="en-US" noProof="0" smtClean="0"/>
              <a:pPr/>
              <a:t>6</a:t>
            </a:fld>
            <a:endParaRPr lang="en-US" noProof="0" dirty="0"/>
          </a:p>
        </p:txBody>
      </p:sp>
      <p:pic>
        <p:nvPicPr>
          <p:cNvPr id="11" name="Picture 10">
            <a:extLst>
              <a:ext uri="{FF2B5EF4-FFF2-40B4-BE49-F238E27FC236}">
                <a16:creationId xmlns:a16="http://schemas.microsoft.com/office/drawing/2014/main" id="{FBE3A7D7-FE4F-9576-3FA3-B6DA01B5B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 y="515565"/>
            <a:ext cx="12110936" cy="6313509"/>
          </a:xfrm>
          <a:prstGeom prst="rect">
            <a:avLst/>
          </a:prstGeom>
        </p:spPr>
      </p:pic>
    </p:spTree>
    <p:extLst>
      <p:ext uri="{BB962C8B-B14F-4D97-AF65-F5344CB8AC3E}">
        <p14:creationId xmlns:p14="http://schemas.microsoft.com/office/powerpoint/2010/main" val="6272980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trips(downLef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57BAE3B-FF1D-0ECE-2CB6-F3B1AB16C4B3}"/>
            </a:ext>
          </a:extLst>
        </p:cNvPr>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557BF5CA-1159-F77C-4FD9-5F09C9932BEB}"/>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l="5" r="5"/>
          <a:stretch/>
        </p:blipFill>
        <p:spPr>
          <a:xfrm>
            <a:off x="0" y="-212625"/>
            <a:ext cx="12012000" cy="7070624"/>
          </a:xfrm>
        </p:spPr>
      </p:pic>
      <p:sp>
        <p:nvSpPr>
          <p:cNvPr id="4" name="Text Placeholder 3">
            <a:extLst>
              <a:ext uri="{FF2B5EF4-FFF2-40B4-BE49-F238E27FC236}">
                <a16:creationId xmlns:a16="http://schemas.microsoft.com/office/drawing/2014/main" id="{93922961-5F20-F818-8A88-1FA32754978E}"/>
              </a:ext>
            </a:extLst>
          </p:cNvPr>
          <p:cNvSpPr>
            <a:spLocks noGrp="1"/>
          </p:cNvSpPr>
          <p:nvPr>
            <p:ph type="body" sz="quarter" idx="13"/>
          </p:nvPr>
        </p:nvSpPr>
        <p:spPr>
          <a:xfrm>
            <a:off x="462116" y="1"/>
            <a:ext cx="6145154" cy="5598159"/>
          </a:xfrm>
          <a:gradFill flip="none" rotWithShape="1">
            <a:gsLst>
              <a:gs pos="0">
                <a:schemeClr val="tx2">
                  <a:alpha val="0"/>
                </a:schemeClr>
              </a:gs>
              <a:gs pos="100000">
                <a:schemeClr val="accent2"/>
              </a:gs>
            </a:gsLst>
            <a:lin ang="10800000" scaled="1"/>
            <a:tileRect/>
          </a:gradFill>
        </p:spPr>
        <p:txBody>
          <a:bodyPr>
            <a:noAutofit/>
          </a:bodyPr>
          <a:lstStyle/>
          <a:p>
            <a:pPr marL="285750" indent="-285750">
              <a:buFont typeface="Arial" panose="020B0604020202020204" pitchFamily="34" charset="0"/>
              <a:buChar char="•"/>
            </a:pPr>
            <a:r>
              <a:rPr lang="en-US" sz="2400" b="1" u="sng" dirty="0">
                <a:solidFill>
                  <a:schemeClr val="accent3">
                    <a:lumMod val="40000"/>
                    <a:lumOff val="60000"/>
                  </a:schemeClr>
                </a:solidFill>
                <a:highlight>
                  <a:srgbClr val="000080"/>
                </a:highlight>
              </a:rPr>
              <a:t>Objective</a:t>
            </a:r>
            <a:r>
              <a:rPr lang="en-US" sz="2400" b="1" u="sng" dirty="0">
                <a:highlight>
                  <a:srgbClr val="000080"/>
                </a:highlight>
              </a:rPr>
              <a:t>:</a:t>
            </a:r>
            <a:r>
              <a:rPr lang="en-US" sz="2400" b="1" u="sng" dirty="0"/>
              <a:t> Identify trends in the data and recommend ways for patients to reduce their cost.</a:t>
            </a:r>
          </a:p>
          <a:p>
            <a:pPr marL="285750" indent="-285750">
              <a:buFont typeface="Arial" panose="020B0604020202020204" pitchFamily="34" charset="0"/>
              <a:buChar char="•"/>
            </a:pPr>
            <a:r>
              <a:rPr lang="en-US" sz="2400" b="1" u="sng" dirty="0">
                <a:solidFill>
                  <a:schemeClr val="accent3">
                    <a:lumMod val="40000"/>
                    <a:lumOff val="60000"/>
                  </a:schemeClr>
                </a:solidFill>
                <a:highlight>
                  <a:srgbClr val="000080"/>
                </a:highlight>
              </a:rPr>
              <a:t>Analysis</a:t>
            </a:r>
            <a:r>
              <a:rPr lang="en-US" sz="2400" b="1" u="sng" dirty="0"/>
              <a:t>: Calculate the average billing amount for different metrics. Determine if certain metrics consistently result in higher or lower healthcare costs. Try to relate it back to findings from the demographic analysis.</a:t>
            </a:r>
            <a:endParaRPr lang="en-US" sz="2400" dirty="0"/>
          </a:p>
        </p:txBody>
      </p:sp>
      <p:sp>
        <p:nvSpPr>
          <p:cNvPr id="9" name="object 7" descr="Beige rectangle">
            <a:extLst>
              <a:ext uri="{FF2B5EF4-FFF2-40B4-BE49-F238E27FC236}">
                <a16:creationId xmlns:a16="http://schemas.microsoft.com/office/drawing/2014/main" id="{B8C00D41-4BE5-5F67-4DC5-569407617310}"/>
              </a:ext>
            </a:extLst>
          </p:cNvPr>
          <p:cNvSpPr/>
          <p:nvPr/>
        </p:nvSpPr>
        <p:spPr bwMode="white">
          <a:xfrm>
            <a:off x="1260793" y="928040"/>
            <a:ext cx="5346477" cy="223002"/>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8" name="Rectangle 47">
            <a:extLst>
              <a:ext uri="{FF2B5EF4-FFF2-40B4-BE49-F238E27FC236}">
                <a16:creationId xmlns:a16="http://schemas.microsoft.com/office/drawing/2014/main" id="{983A14D4-2FD1-4664-3E67-E509E41392C7}"/>
              </a:ext>
              <a:ext uri="{C183D7F6-B498-43B3-948B-1728B52AA6E4}">
                <adec:decorative xmlns:adec="http://schemas.microsoft.com/office/drawing/2017/decorative" val="1"/>
              </a:ext>
            </a:extLst>
          </p:cNvPr>
          <p:cNvSpPr/>
          <p:nvPr/>
        </p:nvSpPr>
        <p:spPr>
          <a:xfrm>
            <a:off x="1130035" y="6328756"/>
            <a:ext cx="6002286" cy="109944"/>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981D742A-BE74-FDA1-A458-031754224D16}"/>
              </a:ext>
            </a:extLst>
          </p:cNvPr>
          <p:cNvGrpSpPr/>
          <p:nvPr/>
        </p:nvGrpSpPr>
        <p:grpSpPr>
          <a:xfrm>
            <a:off x="767329" y="340643"/>
            <a:ext cx="906419" cy="906419"/>
            <a:chOff x="322085" y="3198674"/>
            <a:chExt cx="906419" cy="906419"/>
          </a:xfrm>
        </p:grpSpPr>
        <p:grpSp>
          <p:nvGrpSpPr>
            <p:cNvPr id="36" name="Group 35" descr="Icon Lightbulb">
              <a:extLst>
                <a:ext uri="{FF2B5EF4-FFF2-40B4-BE49-F238E27FC236}">
                  <a16:creationId xmlns:a16="http://schemas.microsoft.com/office/drawing/2014/main" id="{EAC50DBC-93E5-F5FE-7DCA-6010ED0361D3}"/>
                </a:ext>
              </a:extLst>
            </p:cNvPr>
            <p:cNvGrpSpPr>
              <a:grpSpLocks noChangeAspect="1"/>
            </p:cNvGrpSpPr>
            <p:nvPr/>
          </p:nvGrpSpPr>
          <p:grpSpPr>
            <a:xfrm>
              <a:off x="594286" y="3341556"/>
              <a:ext cx="362015" cy="584795"/>
              <a:chOff x="1684741" y="3186732"/>
              <a:chExt cx="530027" cy="856197"/>
            </a:xfrm>
          </p:grpSpPr>
          <p:sp>
            <p:nvSpPr>
              <p:cNvPr id="32" name="Freeform: Shape 31">
                <a:extLst>
                  <a:ext uri="{FF2B5EF4-FFF2-40B4-BE49-F238E27FC236}">
                    <a16:creationId xmlns:a16="http://schemas.microsoft.com/office/drawing/2014/main" id="{09B5CC52-FB65-640E-0106-ECAA940EE9C7}"/>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99171C32-67B4-7699-9EC8-157003FEA884}"/>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EE0F543D-A372-9E1E-E627-B733BE554484}"/>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EC23C6CD-3436-DCBC-9D58-A497D7C08B73}"/>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7E18BD72-606A-A132-31BB-A702F9661E55}"/>
                </a:ext>
                <a:ext uri="{C183D7F6-B498-43B3-948B-1728B52AA6E4}">
                  <adec:decorative xmlns:adec="http://schemas.microsoft.com/office/drawing/2017/decorative" val="1"/>
                </a:ext>
              </a:extLst>
            </p:cNvPr>
            <p:cNvGrpSpPr>
              <a:grpSpLocks noChangeAspect="1"/>
            </p:cNvGrpSpPr>
            <p:nvPr/>
          </p:nvGrpSpPr>
          <p:grpSpPr>
            <a:xfrm>
              <a:off x="322085" y="3198674"/>
              <a:ext cx="906419" cy="906419"/>
              <a:chOff x="5482999" y="1607028"/>
              <a:chExt cx="1200866" cy="1200866"/>
            </a:xfrm>
          </p:grpSpPr>
          <p:sp>
            <p:nvSpPr>
              <p:cNvPr id="16" name="Rectangle 15">
                <a:extLst>
                  <a:ext uri="{FF2B5EF4-FFF2-40B4-BE49-F238E27FC236}">
                    <a16:creationId xmlns:a16="http://schemas.microsoft.com/office/drawing/2014/main" id="{F450805F-B239-4E86-09FC-6841AA805A30}"/>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B111064-D68E-6096-C2E8-FCB150E20906}"/>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1" name="TextBox 10">
            <a:extLst>
              <a:ext uri="{FF2B5EF4-FFF2-40B4-BE49-F238E27FC236}">
                <a16:creationId xmlns:a16="http://schemas.microsoft.com/office/drawing/2014/main" id="{978C2931-0087-8684-329E-CF65D64940F5}"/>
              </a:ext>
            </a:extLst>
          </p:cNvPr>
          <p:cNvSpPr txBox="1"/>
          <p:nvPr/>
        </p:nvSpPr>
        <p:spPr>
          <a:xfrm>
            <a:off x="1401545" y="212625"/>
            <a:ext cx="4773113" cy="707886"/>
          </a:xfrm>
          <a:prstGeom prst="rect">
            <a:avLst/>
          </a:prstGeom>
          <a:noFill/>
        </p:spPr>
        <p:txBody>
          <a:bodyPr wrap="square" rtlCol="0">
            <a:spAutoFit/>
          </a:bodyPr>
          <a:lstStyle/>
          <a:p>
            <a:pPr algn="ctr"/>
            <a:r>
              <a:rPr lang="en-US" sz="2000" b="1" u="sng" dirty="0">
                <a:solidFill>
                  <a:srgbClr val="C00000"/>
                </a:solidFill>
                <a:highlight>
                  <a:srgbClr val="00FFFF"/>
                </a:highlight>
              </a:rPr>
              <a:t>II - Patient Price Optimization based on Insurance Information</a:t>
            </a:r>
          </a:p>
        </p:txBody>
      </p:sp>
    </p:spTree>
    <p:extLst>
      <p:ext uri="{BB962C8B-B14F-4D97-AF65-F5344CB8AC3E}">
        <p14:creationId xmlns:p14="http://schemas.microsoft.com/office/powerpoint/2010/main" val="14928058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000"/>
                                        <p:tgtEl>
                                          <p:spTgt spid="4">
                                            <p:txEl>
                                              <p:pRg st="1" end="1"/>
                                            </p:txEl>
                                          </p:spTgt>
                                        </p:tgtEl>
                                      </p:cBhvr>
                                    </p:animEffect>
                                    <p:anim calcmode="lin" valueType="num">
                                      <p:cBhvr>
                                        <p:cTn id="1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Doctor standing in front of a computer&#10;">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cstate="screen">
            <a:alphaModFix amt="35000"/>
            <a:extLst>
              <a:ext uri="{28A0092B-C50C-407E-A947-70E740481C1C}">
                <a14:useLocalDpi xmlns:a14="http://schemas.microsoft.com/office/drawing/2010/main"/>
              </a:ext>
            </a:extLst>
          </a:blip>
          <a:srcRect t="2" b="2"/>
          <a:stretch>
            <a:fillRect/>
          </a:stretch>
        </p:blipFill>
        <p:spPr>
          <a:xfrm>
            <a:off x="17440" y="47028"/>
            <a:ext cx="12174560" cy="6729691"/>
          </a:xfrm>
        </p:spPr>
      </p:pic>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a:xfrm>
            <a:off x="684000" y="808186"/>
            <a:ext cx="7978218" cy="370166"/>
          </a:xfrm>
        </p:spPr>
        <p:txBody>
          <a:bodyPr>
            <a:normAutofit fontScale="90000"/>
          </a:bodyPr>
          <a:lstStyle/>
          <a:p>
            <a:r>
              <a:rPr lang="en-US" dirty="0"/>
              <a:t>  2 -  Patient Cost Optimization</a:t>
            </a:r>
          </a:p>
        </p:txBody>
      </p:sp>
      <p:sp>
        <p:nvSpPr>
          <p:cNvPr id="16" name="Text Placeholder 15">
            <a:extLst>
              <a:ext uri="{FF2B5EF4-FFF2-40B4-BE49-F238E27FC236}">
                <a16:creationId xmlns:a16="http://schemas.microsoft.com/office/drawing/2014/main" id="{6FC875C0-9F64-7D0A-4440-6091B77C54B6}"/>
              </a:ext>
            </a:extLst>
          </p:cNvPr>
          <p:cNvSpPr>
            <a:spLocks noGrp="1"/>
          </p:cNvSpPr>
          <p:nvPr>
            <p:ph type="body" sz="quarter" idx="13"/>
          </p:nvPr>
        </p:nvSpPr>
        <p:spPr>
          <a:xfrm>
            <a:off x="1335131" y="2115113"/>
            <a:ext cx="3046783" cy="777483"/>
          </a:xfrm>
        </p:spPr>
        <p:txBody>
          <a:bodyPr>
            <a:normAutofit fontScale="92500" lnSpcReduction="20000"/>
          </a:bodyPr>
          <a:lstStyle/>
          <a:p>
            <a:r>
              <a:rPr lang="en-IN" sz="2400" dirty="0">
                <a:solidFill>
                  <a:schemeClr val="tx2">
                    <a:lumMod val="10000"/>
                    <a:lumOff val="90000"/>
                  </a:schemeClr>
                </a:solidFill>
                <a:latin typeface="Calibri" panose="020F0502020204030204" pitchFamily="34" charset="0"/>
              </a:rPr>
              <a:t>Admission type wise costs</a:t>
            </a:r>
            <a:r>
              <a:rPr lang="en-IN" sz="2400" dirty="0">
                <a:solidFill>
                  <a:schemeClr val="tx2">
                    <a:lumMod val="10000"/>
                    <a:lumOff val="90000"/>
                  </a:schemeClr>
                </a:solidFill>
              </a:rPr>
              <a:t> </a:t>
            </a:r>
            <a:endParaRPr lang="en-US" sz="2400" dirty="0">
              <a:solidFill>
                <a:schemeClr val="tx2">
                  <a:lumMod val="10000"/>
                  <a:lumOff val="90000"/>
                </a:schemeClr>
              </a:solidFill>
            </a:endParaRPr>
          </a:p>
          <a:p>
            <a:endParaRPr lang="en-IN" dirty="0"/>
          </a:p>
        </p:txBody>
      </p:sp>
      <p:sp>
        <p:nvSpPr>
          <p:cNvPr id="7" name="Text Placeholder 6">
            <a:extLst>
              <a:ext uri="{FF2B5EF4-FFF2-40B4-BE49-F238E27FC236}">
                <a16:creationId xmlns:a16="http://schemas.microsoft.com/office/drawing/2014/main" id="{998C0573-728C-4817-B25F-9C4BA8292FDB}"/>
              </a:ext>
            </a:extLst>
          </p:cNvPr>
          <p:cNvSpPr>
            <a:spLocks noGrp="1"/>
          </p:cNvSpPr>
          <p:nvPr>
            <p:ph type="body" sz="quarter" idx="14"/>
          </p:nvPr>
        </p:nvSpPr>
        <p:spPr>
          <a:xfrm>
            <a:off x="4921107" y="2152338"/>
            <a:ext cx="2812282" cy="339553"/>
          </a:xfrm>
        </p:spPr>
        <p:txBody>
          <a:bodyPr>
            <a:noAutofit/>
          </a:bodyPr>
          <a:lstStyle/>
          <a:p>
            <a:r>
              <a:rPr lang="en-IN" sz="2200" dirty="0">
                <a:solidFill>
                  <a:schemeClr val="tx2">
                    <a:lumMod val="10000"/>
                    <a:lumOff val="90000"/>
                  </a:schemeClr>
                </a:solidFill>
                <a:latin typeface="Calibri" panose="020F0502020204030204" pitchFamily="34" charset="0"/>
              </a:rPr>
              <a:t>Number of days </a:t>
            </a:r>
            <a:endParaRPr lang="en-US" sz="2200" noProof="1">
              <a:solidFill>
                <a:schemeClr val="tx2">
                  <a:lumMod val="10000"/>
                  <a:lumOff val="90000"/>
                </a:schemeClr>
              </a:solidFill>
              <a:latin typeface="Calibri" panose="020F0502020204030204" pitchFamily="34" charset="0"/>
            </a:endParaRPr>
          </a:p>
        </p:txBody>
      </p:sp>
      <p:sp>
        <p:nvSpPr>
          <p:cNvPr id="9" name="Text Placeholder 8">
            <a:extLst>
              <a:ext uri="{FF2B5EF4-FFF2-40B4-BE49-F238E27FC236}">
                <a16:creationId xmlns:a16="http://schemas.microsoft.com/office/drawing/2014/main" id="{EA2C873E-AF75-4B6A-8EBE-2F12C5A7E6A0}"/>
              </a:ext>
            </a:extLst>
          </p:cNvPr>
          <p:cNvSpPr>
            <a:spLocks noGrp="1"/>
          </p:cNvSpPr>
          <p:nvPr>
            <p:ph type="body" sz="quarter" idx="15"/>
          </p:nvPr>
        </p:nvSpPr>
        <p:spPr>
          <a:xfrm>
            <a:off x="8025285" y="1941209"/>
            <a:ext cx="3879302" cy="551746"/>
          </a:xfrm>
        </p:spPr>
        <p:txBody>
          <a:bodyPr>
            <a:noAutofit/>
          </a:bodyPr>
          <a:lstStyle/>
          <a:p>
            <a:pPr algn="ctr"/>
            <a:r>
              <a:rPr lang="en-IN" sz="2200" dirty="0">
                <a:solidFill>
                  <a:schemeClr val="tx2">
                    <a:lumMod val="10000"/>
                    <a:lumOff val="90000"/>
                  </a:schemeClr>
                </a:solidFill>
                <a:latin typeface="Calibri" panose="020F0502020204030204" pitchFamily="34" charset="0"/>
              </a:rPr>
              <a:t>Medical condition wise expenses </a:t>
            </a:r>
            <a:endParaRPr lang="en-US" sz="2200" noProof="1">
              <a:solidFill>
                <a:schemeClr val="tx2">
                  <a:lumMod val="10000"/>
                  <a:lumOff val="90000"/>
                </a:schemeClr>
              </a:solidFill>
              <a:latin typeface="Calibri" panose="020F0502020204030204" pitchFamily="34" charset="0"/>
            </a:endParaRPr>
          </a:p>
        </p:txBody>
      </p:sp>
      <p:sp>
        <p:nvSpPr>
          <p:cNvPr id="11" name="Text Placeholder 10">
            <a:extLst>
              <a:ext uri="{FF2B5EF4-FFF2-40B4-BE49-F238E27FC236}">
                <a16:creationId xmlns:a16="http://schemas.microsoft.com/office/drawing/2014/main" id="{D39B9111-D7E0-4C6E-8B6D-2598C446AF61}"/>
              </a:ext>
            </a:extLst>
          </p:cNvPr>
          <p:cNvSpPr>
            <a:spLocks noGrp="1"/>
          </p:cNvSpPr>
          <p:nvPr>
            <p:ph type="body" sz="quarter" idx="16"/>
          </p:nvPr>
        </p:nvSpPr>
        <p:spPr>
          <a:xfrm>
            <a:off x="1422451" y="4078527"/>
            <a:ext cx="2812282" cy="461956"/>
          </a:xfrm>
        </p:spPr>
        <p:txBody>
          <a:bodyPr>
            <a:normAutofit fontScale="92500" lnSpcReduction="10000"/>
          </a:bodyPr>
          <a:lstStyle/>
          <a:p>
            <a:r>
              <a:rPr lang="en-IN" sz="2400" dirty="0">
                <a:solidFill>
                  <a:schemeClr val="tx2">
                    <a:lumMod val="10000"/>
                    <a:lumOff val="90000"/>
                  </a:schemeClr>
                </a:solidFill>
                <a:latin typeface="Calibri" panose="020F0502020204030204" pitchFamily="34" charset="0"/>
              </a:rPr>
              <a:t>Medication wise costs </a:t>
            </a:r>
            <a:endParaRPr lang="en-US" sz="2400" noProof="1">
              <a:solidFill>
                <a:schemeClr val="tx2">
                  <a:lumMod val="10000"/>
                  <a:lumOff val="90000"/>
                </a:schemeClr>
              </a:solidFill>
              <a:latin typeface="Calibri" panose="020F0502020204030204" pitchFamily="34" charset="0"/>
            </a:endParaRPr>
          </a:p>
        </p:txBody>
      </p:sp>
      <p:sp>
        <p:nvSpPr>
          <p:cNvPr id="13" name="Text Placeholder 12">
            <a:extLst>
              <a:ext uri="{FF2B5EF4-FFF2-40B4-BE49-F238E27FC236}">
                <a16:creationId xmlns:a16="http://schemas.microsoft.com/office/drawing/2014/main" id="{1590D2A3-9EEB-4BD9-A6F1-7A6252D21D06}"/>
              </a:ext>
            </a:extLst>
          </p:cNvPr>
          <p:cNvSpPr>
            <a:spLocks noGrp="1"/>
          </p:cNvSpPr>
          <p:nvPr>
            <p:ph type="body" sz="quarter" idx="17"/>
          </p:nvPr>
        </p:nvSpPr>
        <p:spPr>
          <a:xfrm>
            <a:off x="4724447" y="4142616"/>
            <a:ext cx="3441379" cy="447134"/>
          </a:xfrm>
        </p:spPr>
        <p:txBody>
          <a:bodyPr>
            <a:noAutofit/>
          </a:bodyPr>
          <a:lstStyle/>
          <a:p>
            <a:r>
              <a:rPr lang="en-IN" sz="2200" dirty="0">
                <a:solidFill>
                  <a:schemeClr val="tx2">
                    <a:lumMod val="10000"/>
                    <a:lumOff val="90000"/>
                  </a:schemeClr>
                </a:solidFill>
                <a:latin typeface="Calibri" panose="020F0502020204030204" pitchFamily="34" charset="0"/>
              </a:rPr>
              <a:t>Insurance provided wise costs </a:t>
            </a:r>
            <a:endParaRPr lang="en-US" sz="2200" noProof="1">
              <a:solidFill>
                <a:schemeClr val="tx2">
                  <a:lumMod val="10000"/>
                  <a:lumOff val="90000"/>
                </a:schemeClr>
              </a:solidFill>
              <a:latin typeface="Calibri" panose="020F0502020204030204" pitchFamily="34" charset="0"/>
            </a:endParaRPr>
          </a:p>
        </p:txBody>
      </p:sp>
      <p:cxnSp>
        <p:nvCxnSpPr>
          <p:cNvPr id="42" name="Straight Connector 41">
            <a:extLst>
              <a:ext uri="{FF2B5EF4-FFF2-40B4-BE49-F238E27FC236}">
                <a16:creationId xmlns:a16="http://schemas.microsoft.com/office/drawing/2014/main" id="{6917E9BF-7C5E-4DE7-8C66-9B69A207D1E4}"/>
              </a:ext>
              <a:ext uri="{C183D7F6-B498-43B3-948B-1728B52AA6E4}">
                <adec:decorative xmlns:adec="http://schemas.microsoft.com/office/drawing/2017/decorative" val="1"/>
              </a:ext>
            </a:extLst>
          </p:cNvPr>
          <p:cNvCxnSpPr/>
          <p:nvPr/>
        </p:nvCxnSpPr>
        <p:spPr>
          <a:xfrm>
            <a:off x="1511184" y="3716527"/>
            <a:ext cx="9169633" cy="0"/>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458121"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019527"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a:off x="722098" y="1231348"/>
            <a:ext cx="7121457"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898187"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458121"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019527"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898187"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458121"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458121" y="4752270"/>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grpSp>
        <p:nvGrpSpPr>
          <p:cNvPr id="69" name="Group 68" descr="Icon Plaster">
            <a:extLst>
              <a:ext uri="{FF2B5EF4-FFF2-40B4-BE49-F238E27FC236}">
                <a16:creationId xmlns:a16="http://schemas.microsoft.com/office/drawing/2014/main" id="{DB470874-CC94-462D-9F62-0D114CE75994}"/>
              </a:ext>
            </a:extLst>
          </p:cNvPr>
          <p:cNvGrpSpPr>
            <a:grpSpLocks noChangeAspect="1"/>
          </p:cNvGrpSpPr>
          <p:nvPr/>
        </p:nvGrpSpPr>
        <p:grpSpPr>
          <a:xfrm>
            <a:off x="4227343" y="4316916"/>
            <a:ext cx="446077" cy="447134"/>
            <a:chOff x="4543214" y="4114712"/>
            <a:chExt cx="301914" cy="302629"/>
          </a:xfrm>
        </p:grpSpPr>
        <p:sp>
          <p:nvSpPr>
            <p:cNvPr id="46" name="Freeform: Shape 45">
              <a:extLst>
                <a:ext uri="{FF2B5EF4-FFF2-40B4-BE49-F238E27FC236}">
                  <a16:creationId xmlns:a16="http://schemas.microsoft.com/office/drawing/2014/main" id="{E5D7B243-4C7E-41A0-8DC9-7064981F3372}"/>
                </a:ext>
              </a:extLst>
            </p:cNvPr>
            <p:cNvSpPr/>
            <p:nvPr/>
          </p:nvSpPr>
          <p:spPr>
            <a:xfrm>
              <a:off x="4543292" y="4282753"/>
              <a:ext cx="134588" cy="134588"/>
            </a:xfrm>
            <a:custGeom>
              <a:avLst/>
              <a:gdLst>
                <a:gd name="connsiteX0" fmla="*/ 359379 w 352425"/>
                <a:gd name="connsiteY0" fmla="*/ 240430 h 352425"/>
                <a:gd name="connsiteX1" fmla="*/ 281731 w 352425"/>
                <a:gd name="connsiteY1" fmla="*/ 318078 h 352425"/>
                <a:gd name="connsiteX2" fmla="*/ 84278 w 352425"/>
                <a:gd name="connsiteY2" fmla="*/ 322707 h 352425"/>
                <a:gd name="connsiteX3" fmla="*/ 32176 w 352425"/>
                <a:gd name="connsiteY3" fmla="*/ 268519 h 352425"/>
                <a:gd name="connsiteX4" fmla="*/ 41892 w 352425"/>
                <a:gd name="connsiteY4" fmla="*/ 77076 h 352425"/>
                <a:gd name="connsiteX5" fmla="*/ 118968 w 352425"/>
                <a:gd name="connsiteY5" fmla="*/ 0 h 352425"/>
                <a:gd name="connsiteX6" fmla="*/ 359379 w 352425"/>
                <a:gd name="connsiteY6" fmla="*/ 240430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25" h="352425">
                  <a:moveTo>
                    <a:pt x="359379" y="240430"/>
                  </a:moveTo>
                  <a:lnTo>
                    <a:pt x="281731" y="318078"/>
                  </a:lnTo>
                  <a:cubicBezTo>
                    <a:pt x="228020" y="371818"/>
                    <a:pt x="141266" y="373932"/>
                    <a:pt x="84278" y="322707"/>
                  </a:cubicBezTo>
                  <a:cubicBezTo>
                    <a:pt x="66247" y="306495"/>
                    <a:pt x="48731" y="288255"/>
                    <a:pt x="32176" y="268519"/>
                  </a:cubicBezTo>
                  <a:cubicBezTo>
                    <a:pt x="-14230" y="212989"/>
                    <a:pt x="-9962" y="128911"/>
                    <a:pt x="41892" y="77076"/>
                  </a:cubicBezTo>
                  <a:lnTo>
                    <a:pt x="118968" y="0"/>
                  </a:lnTo>
                  <a:lnTo>
                    <a:pt x="359379" y="240430"/>
                  </a:lnTo>
                  <a:close/>
                </a:path>
              </a:pathLst>
            </a:custGeom>
            <a:solidFill>
              <a:schemeClr val="bg1"/>
            </a:solid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CAD058DD-18E5-442F-856B-1D7CF5154784}"/>
                </a:ext>
              </a:extLst>
            </p:cNvPr>
            <p:cNvSpPr/>
            <p:nvPr/>
          </p:nvSpPr>
          <p:spPr>
            <a:xfrm>
              <a:off x="4543214" y="4114712"/>
              <a:ext cx="301914" cy="301913"/>
            </a:xfrm>
            <a:custGeom>
              <a:avLst/>
              <a:gdLst>
                <a:gd name="connsiteX0" fmla="*/ 640426 w 790575"/>
                <a:gd name="connsiteY0" fmla="*/ 399610 h 790575"/>
                <a:gd name="connsiteX1" fmla="*/ 758269 w 790575"/>
                <a:gd name="connsiteY1" fmla="*/ 281766 h 790575"/>
                <a:gd name="connsiteX2" fmla="*/ 762927 w 790575"/>
                <a:gd name="connsiteY2" fmla="*/ 84313 h 790575"/>
                <a:gd name="connsiteX3" fmla="*/ 708682 w 790575"/>
                <a:gd name="connsiteY3" fmla="*/ 32202 h 790575"/>
                <a:gd name="connsiteX4" fmla="*/ 517249 w 790575"/>
                <a:gd name="connsiteY4" fmla="*/ 41917 h 790575"/>
                <a:gd name="connsiteX5" fmla="*/ 399996 w 790575"/>
                <a:gd name="connsiteY5" fmla="*/ 159170 h 790575"/>
                <a:gd name="connsiteX6" fmla="*/ 282734 w 790575"/>
                <a:gd name="connsiteY6" fmla="*/ 41908 h 790575"/>
                <a:gd name="connsiteX7" fmla="*/ 91300 w 790575"/>
                <a:gd name="connsiteY7" fmla="*/ 32183 h 790575"/>
                <a:gd name="connsiteX8" fmla="*/ 37055 w 790575"/>
                <a:gd name="connsiteY8" fmla="*/ 84313 h 790575"/>
                <a:gd name="connsiteX9" fmla="*/ 41713 w 790575"/>
                <a:gd name="connsiteY9" fmla="*/ 281766 h 790575"/>
                <a:gd name="connsiteX10" fmla="*/ 518058 w 790575"/>
                <a:gd name="connsiteY10" fmla="*/ 758093 h 790575"/>
                <a:gd name="connsiteX11" fmla="*/ 715512 w 790575"/>
                <a:gd name="connsiteY11" fmla="*/ 762722 h 790575"/>
                <a:gd name="connsiteX12" fmla="*/ 767642 w 790575"/>
                <a:gd name="connsiteY12" fmla="*/ 708515 h 790575"/>
                <a:gd name="connsiteX13" fmla="*/ 757907 w 790575"/>
                <a:gd name="connsiteY13" fmla="*/ 517081 h 790575"/>
                <a:gd name="connsiteX14" fmla="*/ 640426 w 790575"/>
                <a:gd name="connsiteY14" fmla="*/ 399610 h 790575"/>
                <a:gd name="connsiteX15" fmla="*/ 485721 w 790575"/>
                <a:gd name="connsiteY15" fmla="*/ 356957 h 790575"/>
                <a:gd name="connsiteX16" fmla="*/ 442859 w 790575"/>
                <a:gd name="connsiteY16" fmla="*/ 399819 h 790575"/>
                <a:gd name="connsiteX17" fmla="*/ 399996 w 790575"/>
                <a:gd name="connsiteY17" fmla="*/ 356957 h 790575"/>
                <a:gd name="connsiteX18" fmla="*/ 442859 w 790575"/>
                <a:gd name="connsiteY18" fmla="*/ 314094 h 790575"/>
                <a:gd name="connsiteX19" fmla="*/ 485721 w 790575"/>
                <a:gd name="connsiteY19" fmla="*/ 356957 h 790575"/>
                <a:gd name="connsiteX20" fmla="*/ 357134 w 790575"/>
                <a:gd name="connsiteY20" fmla="*/ 228369 h 790575"/>
                <a:gd name="connsiteX21" fmla="*/ 399996 w 790575"/>
                <a:gd name="connsiteY21" fmla="*/ 271232 h 790575"/>
                <a:gd name="connsiteX22" fmla="*/ 357134 w 790575"/>
                <a:gd name="connsiteY22" fmla="*/ 314094 h 790575"/>
                <a:gd name="connsiteX23" fmla="*/ 314271 w 790575"/>
                <a:gd name="connsiteY23" fmla="*/ 271232 h 790575"/>
                <a:gd name="connsiteX24" fmla="*/ 357134 w 790575"/>
                <a:gd name="connsiteY24" fmla="*/ 228369 h 790575"/>
                <a:gd name="connsiteX25" fmla="*/ 271409 w 790575"/>
                <a:gd name="connsiteY25" fmla="*/ 399819 h 790575"/>
                <a:gd name="connsiteX26" fmla="*/ 228546 w 790575"/>
                <a:gd name="connsiteY26" fmla="*/ 356957 h 790575"/>
                <a:gd name="connsiteX27" fmla="*/ 271409 w 790575"/>
                <a:gd name="connsiteY27" fmla="*/ 314094 h 790575"/>
                <a:gd name="connsiteX28" fmla="*/ 314271 w 790575"/>
                <a:gd name="connsiteY28" fmla="*/ 356957 h 790575"/>
                <a:gd name="connsiteX29" fmla="*/ 271409 w 790575"/>
                <a:gd name="connsiteY29" fmla="*/ 399819 h 790575"/>
                <a:gd name="connsiteX30" fmla="*/ 357134 w 790575"/>
                <a:gd name="connsiteY30" fmla="*/ 485544 h 790575"/>
                <a:gd name="connsiteX31" fmla="*/ 314271 w 790575"/>
                <a:gd name="connsiteY31" fmla="*/ 442682 h 790575"/>
                <a:gd name="connsiteX32" fmla="*/ 357134 w 790575"/>
                <a:gd name="connsiteY32" fmla="*/ 399819 h 790575"/>
                <a:gd name="connsiteX33" fmla="*/ 399996 w 790575"/>
                <a:gd name="connsiteY33" fmla="*/ 442682 h 790575"/>
                <a:gd name="connsiteX34" fmla="*/ 357134 w 790575"/>
                <a:gd name="connsiteY34" fmla="*/ 485544 h 790575"/>
                <a:gd name="connsiteX35" fmla="*/ 442859 w 790575"/>
                <a:gd name="connsiteY35" fmla="*/ 571269 h 790575"/>
                <a:gd name="connsiteX36" fmla="*/ 399996 w 790575"/>
                <a:gd name="connsiteY36" fmla="*/ 528407 h 790575"/>
                <a:gd name="connsiteX37" fmla="*/ 442859 w 790575"/>
                <a:gd name="connsiteY37" fmla="*/ 485544 h 790575"/>
                <a:gd name="connsiteX38" fmla="*/ 485721 w 790575"/>
                <a:gd name="connsiteY38" fmla="*/ 528407 h 790575"/>
                <a:gd name="connsiteX39" fmla="*/ 442859 w 790575"/>
                <a:gd name="connsiteY39" fmla="*/ 571269 h 790575"/>
                <a:gd name="connsiteX40" fmla="*/ 528584 w 790575"/>
                <a:gd name="connsiteY40" fmla="*/ 485544 h 790575"/>
                <a:gd name="connsiteX41" fmla="*/ 485721 w 790575"/>
                <a:gd name="connsiteY41" fmla="*/ 442682 h 790575"/>
                <a:gd name="connsiteX42" fmla="*/ 528584 w 790575"/>
                <a:gd name="connsiteY42" fmla="*/ 399819 h 790575"/>
                <a:gd name="connsiteX43" fmla="*/ 571446 w 790575"/>
                <a:gd name="connsiteY43" fmla="*/ 442682 h 790575"/>
                <a:gd name="connsiteX44" fmla="*/ 528584 w 790575"/>
                <a:gd name="connsiteY44" fmla="*/ 48554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90575" h="790575">
                  <a:moveTo>
                    <a:pt x="640426" y="399610"/>
                  </a:moveTo>
                  <a:lnTo>
                    <a:pt x="758269" y="281766"/>
                  </a:lnTo>
                  <a:cubicBezTo>
                    <a:pt x="812048" y="227979"/>
                    <a:pt x="814076" y="141254"/>
                    <a:pt x="762927" y="84313"/>
                  </a:cubicBezTo>
                  <a:cubicBezTo>
                    <a:pt x="746630" y="66206"/>
                    <a:pt x="728380" y="48661"/>
                    <a:pt x="708682" y="32202"/>
                  </a:cubicBezTo>
                  <a:cubicBezTo>
                    <a:pt x="653152" y="-14223"/>
                    <a:pt x="569103" y="-9918"/>
                    <a:pt x="517249" y="41917"/>
                  </a:cubicBezTo>
                  <a:lnTo>
                    <a:pt x="399996" y="159170"/>
                  </a:lnTo>
                  <a:lnTo>
                    <a:pt x="282734" y="41908"/>
                  </a:lnTo>
                  <a:cubicBezTo>
                    <a:pt x="230861" y="-9956"/>
                    <a:pt x="146802" y="-14242"/>
                    <a:pt x="91300" y="32183"/>
                  </a:cubicBezTo>
                  <a:cubicBezTo>
                    <a:pt x="71603" y="48661"/>
                    <a:pt x="53353" y="66197"/>
                    <a:pt x="37055" y="84313"/>
                  </a:cubicBezTo>
                  <a:cubicBezTo>
                    <a:pt x="-14094" y="141254"/>
                    <a:pt x="-12056" y="227979"/>
                    <a:pt x="41713" y="281766"/>
                  </a:cubicBezTo>
                  <a:lnTo>
                    <a:pt x="518058" y="758093"/>
                  </a:lnTo>
                  <a:cubicBezTo>
                    <a:pt x="571884" y="811947"/>
                    <a:pt x="658638" y="813842"/>
                    <a:pt x="715512" y="762722"/>
                  </a:cubicBezTo>
                  <a:cubicBezTo>
                    <a:pt x="733590" y="746463"/>
                    <a:pt x="751116" y="728232"/>
                    <a:pt x="767642" y="708515"/>
                  </a:cubicBezTo>
                  <a:cubicBezTo>
                    <a:pt x="814019" y="652994"/>
                    <a:pt x="809752" y="568917"/>
                    <a:pt x="757907" y="517081"/>
                  </a:cubicBezTo>
                  <a:lnTo>
                    <a:pt x="640426" y="399610"/>
                  </a:lnTo>
                  <a:close/>
                  <a:moveTo>
                    <a:pt x="485721" y="356957"/>
                  </a:moveTo>
                  <a:cubicBezTo>
                    <a:pt x="485721" y="380626"/>
                    <a:pt x="466528" y="399819"/>
                    <a:pt x="442859" y="399819"/>
                  </a:cubicBezTo>
                  <a:cubicBezTo>
                    <a:pt x="419189" y="399819"/>
                    <a:pt x="399996" y="380626"/>
                    <a:pt x="399996" y="356957"/>
                  </a:cubicBezTo>
                  <a:cubicBezTo>
                    <a:pt x="399996" y="333287"/>
                    <a:pt x="419189" y="314094"/>
                    <a:pt x="442859" y="314094"/>
                  </a:cubicBezTo>
                  <a:cubicBezTo>
                    <a:pt x="466528" y="314094"/>
                    <a:pt x="485721" y="333287"/>
                    <a:pt x="485721" y="356957"/>
                  </a:cubicBezTo>
                  <a:close/>
                  <a:moveTo>
                    <a:pt x="357134" y="228369"/>
                  </a:moveTo>
                  <a:cubicBezTo>
                    <a:pt x="380803" y="228369"/>
                    <a:pt x="399996" y="247562"/>
                    <a:pt x="399996" y="271232"/>
                  </a:cubicBezTo>
                  <a:cubicBezTo>
                    <a:pt x="399996" y="294901"/>
                    <a:pt x="380803" y="314094"/>
                    <a:pt x="357134" y="314094"/>
                  </a:cubicBezTo>
                  <a:cubicBezTo>
                    <a:pt x="333464" y="314094"/>
                    <a:pt x="314271" y="294901"/>
                    <a:pt x="314271" y="271232"/>
                  </a:cubicBezTo>
                  <a:cubicBezTo>
                    <a:pt x="314271" y="247562"/>
                    <a:pt x="333464" y="228369"/>
                    <a:pt x="357134" y="228369"/>
                  </a:cubicBezTo>
                  <a:close/>
                  <a:moveTo>
                    <a:pt x="271409" y="399819"/>
                  </a:moveTo>
                  <a:cubicBezTo>
                    <a:pt x="247739" y="399819"/>
                    <a:pt x="228546" y="380626"/>
                    <a:pt x="228546" y="356957"/>
                  </a:cubicBezTo>
                  <a:cubicBezTo>
                    <a:pt x="228546" y="333287"/>
                    <a:pt x="247739" y="314094"/>
                    <a:pt x="271409" y="314094"/>
                  </a:cubicBezTo>
                  <a:cubicBezTo>
                    <a:pt x="295078" y="314094"/>
                    <a:pt x="314271" y="333287"/>
                    <a:pt x="314271" y="356957"/>
                  </a:cubicBezTo>
                  <a:cubicBezTo>
                    <a:pt x="314271" y="380626"/>
                    <a:pt x="295078" y="399819"/>
                    <a:pt x="271409" y="399819"/>
                  </a:cubicBezTo>
                  <a:close/>
                  <a:moveTo>
                    <a:pt x="357134" y="485544"/>
                  </a:moveTo>
                  <a:cubicBezTo>
                    <a:pt x="333464" y="485544"/>
                    <a:pt x="314271" y="466351"/>
                    <a:pt x="314271" y="442682"/>
                  </a:cubicBezTo>
                  <a:cubicBezTo>
                    <a:pt x="314271" y="419012"/>
                    <a:pt x="333464" y="399819"/>
                    <a:pt x="357134" y="399819"/>
                  </a:cubicBezTo>
                  <a:cubicBezTo>
                    <a:pt x="380803" y="399819"/>
                    <a:pt x="399996" y="419012"/>
                    <a:pt x="399996" y="442682"/>
                  </a:cubicBezTo>
                  <a:cubicBezTo>
                    <a:pt x="399996" y="466351"/>
                    <a:pt x="380803" y="485544"/>
                    <a:pt x="357134" y="485544"/>
                  </a:cubicBezTo>
                  <a:close/>
                  <a:moveTo>
                    <a:pt x="442859" y="571269"/>
                  </a:moveTo>
                  <a:cubicBezTo>
                    <a:pt x="419189" y="571269"/>
                    <a:pt x="399996" y="552076"/>
                    <a:pt x="399996" y="528407"/>
                  </a:cubicBezTo>
                  <a:cubicBezTo>
                    <a:pt x="399996" y="504737"/>
                    <a:pt x="419189" y="485544"/>
                    <a:pt x="442859" y="485544"/>
                  </a:cubicBezTo>
                  <a:cubicBezTo>
                    <a:pt x="466528" y="485544"/>
                    <a:pt x="485721" y="504737"/>
                    <a:pt x="485721" y="528407"/>
                  </a:cubicBezTo>
                  <a:cubicBezTo>
                    <a:pt x="485721" y="552076"/>
                    <a:pt x="466528" y="571269"/>
                    <a:pt x="442859" y="571269"/>
                  </a:cubicBezTo>
                  <a:close/>
                  <a:moveTo>
                    <a:pt x="528584" y="485544"/>
                  </a:moveTo>
                  <a:cubicBezTo>
                    <a:pt x="504914" y="485544"/>
                    <a:pt x="485721" y="466351"/>
                    <a:pt x="485721" y="442682"/>
                  </a:cubicBezTo>
                  <a:cubicBezTo>
                    <a:pt x="485721" y="419012"/>
                    <a:pt x="504914" y="399819"/>
                    <a:pt x="528584" y="399819"/>
                  </a:cubicBezTo>
                  <a:cubicBezTo>
                    <a:pt x="552253" y="399819"/>
                    <a:pt x="571446" y="419012"/>
                    <a:pt x="571446" y="442682"/>
                  </a:cubicBezTo>
                  <a:cubicBezTo>
                    <a:pt x="571446" y="466351"/>
                    <a:pt x="552253" y="485544"/>
                    <a:pt x="528584" y="485544"/>
                  </a:cubicBezTo>
                  <a:close/>
                </a:path>
              </a:pathLst>
            </a:custGeom>
            <a:solidFill>
              <a:schemeClr val="bg1"/>
            </a:solidFill>
            <a:ln w="9525" cap="flat">
              <a:noFill/>
              <a:prstDash val="solid"/>
              <a:miter/>
            </a:ln>
          </p:spPr>
          <p:txBody>
            <a:bodyPr rtlCol="0" anchor="ctr"/>
            <a:lstStyle/>
            <a:p>
              <a:endParaRPr lang="en-US" dirty="0"/>
            </a:p>
          </p:txBody>
        </p:sp>
      </p:grpSp>
      <p:sp>
        <p:nvSpPr>
          <p:cNvPr id="49" name="Graphic 23" descr="Icon Clock">
            <a:extLst>
              <a:ext uri="{FF2B5EF4-FFF2-40B4-BE49-F238E27FC236}">
                <a16:creationId xmlns:a16="http://schemas.microsoft.com/office/drawing/2014/main" id="{5495C1F9-7920-41BF-8ACA-22F12780B550}"/>
              </a:ext>
            </a:extLst>
          </p:cNvPr>
          <p:cNvSpPr>
            <a:spLocks noChangeAspect="1"/>
          </p:cNvSpPr>
          <p:nvPr/>
        </p:nvSpPr>
        <p:spPr>
          <a:xfrm>
            <a:off x="608187" y="2253411"/>
            <a:ext cx="571187" cy="571187"/>
          </a:xfrm>
          <a:custGeom>
            <a:avLst/>
            <a:gdLst>
              <a:gd name="connsiteX0" fmla="*/ 657911 w 1314450"/>
              <a:gd name="connsiteY0" fmla="*/ 1315822 h 1314450"/>
              <a:gd name="connsiteX1" fmla="*/ 0 w 1314450"/>
              <a:gd name="connsiteY1" fmla="*/ 657911 h 1314450"/>
              <a:gd name="connsiteX2" fmla="*/ 657911 w 1314450"/>
              <a:gd name="connsiteY2" fmla="*/ 0 h 1314450"/>
              <a:gd name="connsiteX3" fmla="*/ 1315822 w 1314450"/>
              <a:gd name="connsiteY3" fmla="*/ 657911 h 1314450"/>
              <a:gd name="connsiteX4" fmla="*/ 657911 w 1314450"/>
              <a:gd name="connsiteY4" fmla="*/ 1315822 h 1314450"/>
              <a:gd name="connsiteX5" fmla="*/ 657911 w 1314450"/>
              <a:gd name="connsiteY5" fmla="*/ 1315822 h 1314450"/>
              <a:gd name="connsiteX6" fmla="*/ 719947 w 1314450"/>
              <a:gd name="connsiteY6" fmla="*/ 358073 h 1314450"/>
              <a:gd name="connsiteX7" fmla="*/ 614001 w 1314450"/>
              <a:gd name="connsiteY7" fmla="*/ 358073 h 1314450"/>
              <a:gd name="connsiteX8" fmla="*/ 614001 w 1314450"/>
              <a:gd name="connsiteY8" fmla="*/ 620516 h 1314450"/>
              <a:gd name="connsiteX9" fmla="*/ 351558 w 1314450"/>
              <a:gd name="connsiteY9" fmla="*/ 620516 h 1314450"/>
              <a:gd name="connsiteX10" fmla="*/ 351558 w 1314450"/>
              <a:gd name="connsiteY10" fmla="*/ 726453 h 1314450"/>
              <a:gd name="connsiteX11" fmla="*/ 666969 w 1314450"/>
              <a:gd name="connsiteY11" fmla="*/ 726453 h 1314450"/>
              <a:gd name="connsiteX12" fmla="*/ 667388 w 1314450"/>
              <a:gd name="connsiteY12" fmla="*/ 726453 h 1314450"/>
              <a:gd name="connsiteX13" fmla="*/ 705202 w 1314450"/>
              <a:gd name="connsiteY13" fmla="*/ 711613 h 1314450"/>
              <a:gd name="connsiteX14" fmla="*/ 719947 w 1314450"/>
              <a:gd name="connsiteY14" fmla="*/ 673894 h 1314450"/>
              <a:gd name="connsiteX15" fmla="*/ 719947 w 1314450"/>
              <a:gd name="connsiteY15" fmla="*/ 673475 h 1314450"/>
              <a:gd name="connsiteX16" fmla="*/ 719947 w 1314450"/>
              <a:gd name="connsiteY16" fmla="*/ 358073 h 131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14450" h="1314450">
                <a:moveTo>
                  <a:pt x="657911" y="1315822"/>
                </a:moveTo>
                <a:cubicBezTo>
                  <a:pt x="294570" y="1315822"/>
                  <a:pt x="0" y="1021242"/>
                  <a:pt x="0" y="657911"/>
                </a:cubicBezTo>
                <a:cubicBezTo>
                  <a:pt x="0" y="294580"/>
                  <a:pt x="294570" y="0"/>
                  <a:pt x="657911" y="0"/>
                </a:cubicBezTo>
                <a:cubicBezTo>
                  <a:pt x="1021242" y="0"/>
                  <a:pt x="1315822" y="294580"/>
                  <a:pt x="1315822" y="657911"/>
                </a:cubicBezTo>
                <a:cubicBezTo>
                  <a:pt x="1315822" y="1021251"/>
                  <a:pt x="1021242" y="1315822"/>
                  <a:pt x="657911" y="1315822"/>
                </a:cubicBezTo>
                <a:lnTo>
                  <a:pt x="657911" y="1315822"/>
                </a:lnTo>
                <a:close/>
                <a:moveTo>
                  <a:pt x="719947" y="358073"/>
                </a:moveTo>
                <a:cubicBezTo>
                  <a:pt x="719947" y="288026"/>
                  <a:pt x="614001" y="288007"/>
                  <a:pt x="614001" y="358073"/>
                </a:cubicBezTo>
                <a:lnTo>
                  <a:pt x="614001" y="620516"/>
                </a:lnTo>
                <a:lnTo>
                  <a:pt x="351558" y="620516"/>
                </a:lnTo>
                <a:cubicBezTo>
                  <a:pt x="281511" y="620516"/>
                  <a:pt x="281492" y="726453"/>
                  <a:pt x="351558" y="726453"/>
                </a:cubicBezTo>
                <a:lnTo>
                  <a:pt x="666969" y="726453"/>
                </a:lnTo>
                <a:lnTo>
                  <a:pt x="667388" y="726453"/>
                </a:lnTo>
                <a:cubicBezTo>
                  <a:pt x="683866" y="726453"/>
                  <a:pt x="696478" y="720585"/>
                  <a:pt x="705202" y="711613"/>
                </a:cubicBezTo>
                <a:cubicBezTo>
                  <a:pt x="714118" y="702888"/>
                  <a:pt x="719947" y="690324"/>
                  <a:pt x="719947" y="673894"/>
                </a:cubicBezTo>
                <a:lnTo>
                  <a:pt x="719947" y="673475"/>
                </a:lnTo>
                <a:lnTo>
                  <a:pt x="719947" y="358073"/>
                </a:lnTo>
                <a:close/>
              </a:path>
            </a:pathLst>
          </a:custGeom>
          <a:solidFill>
            <a:schemeClr val="bg1"/>
          </a:solidFill>
          <a:ln w="9525" cap="flat">
            <a:noFill/>
            <a:prstDash val="solid"/>
            <a:miter/>
          </a:ln>
        </p:spPr>
        <p:txBody>
          <a:bodyPr rtlCol="0" anchor="ctr"/>
          <a:lstStyle/>
          <a:p>
            <a:endParaRPr lang="en-US" dirty="0"/>
          </a:p>
        </p:txBody>
      </p:sp>
      <p:sp>
        <p:nvSpPr>
          <p:cNvPr id="51" name="Graphic 21" descr="Icon Phone ">
            <a:extLst>
              <a:ext uri="{FF2B5EF4-FFF2-40B4-BE49-F238E27FC236}">
                <a16:creationId xmlns:a16="http://schemas.microsoft.com/office/drawing/2014/main" id="{9DB23001-17A7-4A97-8F18-88D642E8799B}"/>
              </a:ext>
            </a:extLst>
          </p:cNvPr>
          <p:cNvSpPr>
            <a:spLocks noChangeAspect="1"/>
          </p:cNvSpPr>
          <p:nvPr/>
        </p:nvSpPr>
        <p:spPr>
          <a:xfrm>
            <a:off x="691628" y="4158719"/>
            <a:ext cx="584944" cy="545061"/>
          </a:xfrm>
          <a:custGeom>
            <a:avLst/>
            <a:gdLst>
              <a:gd name="connsiteX0" fmla="*/ 755475 w 838200"/>
              <a:gd name="connsiteY0" fmla="*/ 394211 h 781050"/>
              <a:gd name="connsiteX1" fmla="*/ 639994 w 838200"/>
              <a:gd name="connsiteY1" fmla="*/ 317154 h 781050"/>
              <a:gd name="connsiteX2" fmla="*/ 567661 w 838200"/>
              <a:gd name="connsiteY2" fmla="*/ 317154 h 781050"/>
              <a:gd name="connsiteX3" fmla="*/ 567661 w 838200"/>
              <a:gd name="connsiteY3" fmla="*/ 283816 h 781050"/>
              <a:gd name="connsiteX4" fmla="*/ 529561 w 838200"/>
              <a:gd name="connsiteY4" fmla="*/ 245716 h 781050"/>
              <a:gd name="connsiteX5" fmla="*/ 498604 w 838200"/>
              <a:gd name="connsiteY5" fmla="*/ 245716 h 781050"/>
              <a:gd name="connsiteX6" fmla="*/ 460504 w 838200"/>
              <a:gd name="connsiteY6" fmla="*/ 283816 h 781050"/>
              <a:gd name="connsiteX7" fmla="*/ 460504 w 838200"/>
              <a:gd name="connsiteY7" fmla="*/ 317154 h 781050"/>
              <a:gd name="connsiteX8" fmla="*/ 377161 w 838200"/>
              <a:gd name="connsiteY8" fmla="*/ 317154 h 781050"/>
              <a:gd name="connsiteX9" fmla="*/ 377161 w 838200"/>
              <a:gd name="connsiteY9" fmla="*/ 283816 h 781050"/>
              <a:gd name="connsiteX10" fmla="*/ 339061 w 838200"/>
              <a:gd name="connsiteY10" fmla="*/ 245716 h 781050"/>
              <a:gd name="connsiteX11" fmla="*/ 308104 w 838200"/>
              <a:gd name="connsiteY11" fmla="*/ 245716 h 781050"/>
              <a:gd name="connsiteX12" fmla="*/ 270004 w 838200"/>
              <a:gd name="connsiteY12" fmla="*/ 283816 h 781050"/>
              <a:gd name="connsiteX13" fmla="*/ 270004 w 838200"/>
              <a:gd name="connsiteY13" fmla="*/ 317154 h 781050"/>
              <a:gd name="connsiteX14" fmla="*/ 198062 w 838200"/>
              <a:gd name="connsiteY14" fmla="*/ 317154 h 781050"/>
              <a:gd name="connsiteX15" fmla="*/ 82581 w 838200"/>
              <a:gd name="connsiteY15" fmla="*/ 394211 h 781050"/>
              <a:gd name="connsiteX16" fmla="*/ 64722 w 838200"/>
              <a:gd name="connsiteY16" fmla="*/ 439445 h 781050"/>
              <a:gd name="connsiteX17" fmla="*/ 45710 w 838200"/>
              <a:gd name="connsiteY17" fmla="*/ 760781 h 781050"/>
              <a:gd name="connsiteX18" fmla="*/ 50796 w 838200"/>
              <a:gd name="connsiteY18" fmla="*/ 775068 h 781050"/>
              <a:gd name="connsiteX19" fmla="*/ 64712 w 838200"/>
              <a:gd name="connsiteY19" fmla="*/ 781107 h 781050"/>
              <a:gd name="connsiteX20" fmla="*/ 773334 w 838200"/>
              <a:gd name="connsiteY20" fmla="*/ 781107 h 781050"/>
              <a:gd name="connsiteX21" fmla="*/ 787250 w 838200"/>
              <a:gd name="connsiteY21" fmla="*/ 775068 h 781050"/>
              <a:gd name="connsiteX22" fmla="*/ 792336 w 838200"/>
              <a:gd name="connsiteY22" fmla="*/ 760781 h 781050"/>
              <a:gd name="connsiteX23" fmla="*/ 773325 w 838200"/>
              <a:gd name="connsiteY23" fmla="*/ 439445 h 781050"/>
              <a:gd name="connsiteX24" fmla="*/ 755475 w 838200"/>
              <a:gd name="connsiteY24" fmla="*/ 394211 h 781050"/>
              <a:gd name="connsiteX25" fmla="*/ 565880 w 838200"/>
              <a:gd name="connsiteY25" fmla="*/ 588731 h 781050"/>
              <a:gd name="connsiteX26" fmla="*/ 551592 w 838200"/>
              <a:gd name="connsiteY26" fmla="*/ 603018 h 781050"/>
              <a:gd name="connsiteX27" fmla="*/ 477507 w 838200"/>
              <a:gd name="connsiteY27" fmla="*/ 603018 h 781050"/>
              <a:gd name="connsiteX28" fmla="*/ 477507 w 838200"/>
              <a:gd name="connsiteY28" fmla="*/ 677094 h 781050"/>
              <a:gd name="connsiteX29" fmla="*/ 463219 w 838200"/>
              <a:gd name="connsiteY29" fmla="*/ 691382 h 781050"/>
              <a:gd name="connsiteX30" fmla="*/ 374856 w 838200"/>
              <a:gd name="connsiteY30" fmla="*/ 691382 h 781050"/>
              <a:gd name="connsiteX31" fmla="*/ 360568 w 838200"/>
              <a:gd name="connsiteY31" fmla="*/ 677094 h 781050"/>
              <a:gd name="connsiteX32" fmla="*/ 360568 w 838200"/>
              <a:gd name="connsiteY32" fmla="*/ 603018 h 781050"/>
              <a:gd name="connsiteX33" fmla="*/ 286483 w 838200"/>
              <a:gd name="connsiteY33" fmla="*/ 603018 h 781050"/>
              <a:gd name="connsiteX34" fmla="*/ 272195 w 838200"/>
              <a:gd name="connsiteY34" fmla="*/ 588731 h 781050"/>
              <a:gd name="connsiteX35" fmla="*/ 272195 w 838200"/>
              <a:gd name="connsiteY35" fmla="*/ 500358 h 781050"/>
              <a:gd name="connsiteX36" fmla="*/ 286483 w 838200"/>
              <a:gd name="connsiteY36" fmla="*/ 486070 h 781050"/>
              <a:gd name="connsiteX37" fmla="*/ 360568 w 838200"/>
              <a:gd name="connsiteY37" fmla="*/ 486070 h 781050"/>
              <a:gd name="connsiteX38" fmla="*/ 360568 w 838200"/>
              <a:gd name="connsiteY38" fmla="*/ 411985 h 781050"/>
              <a:gd name="connsiteX39" fmla="*/ 374856 w 838200"/>
              <a:gd name="connsiteY39" fmla="*/ 397697 h 781050"/>
              <a:gd name="connsiteX40" fmla="*/ 463219 w 838200"/>
              <a:gd name="connsiteY40" fmla="*/ 397697 h 781050"/>
              <a:gd name="connsiteX41" fmla="*/ 477507 w 838200"/>
              <a:gd name="connsiteY41" fmla="*/ 411985 h 781050"/>
              <a:gd name="connsiteX42" fmla="*/ 477507 w 838200"/>
              <a:gd name="connsiteY42" fmla="*/ 486061 h 781050"/>
              <a:gd name="connsiteX43" fmla="*/ 551592 w 838200"/>
              <a:gd name="connsiteY43" fmla="*/ 486061 h 781050"/>
              <a:gd name="connsiteX44" fmla="*/ 565880 w 838200"/>
              <a:gd name="connsiteY44" fmla="*/ 500348 h 781050"/>
              <a:gd name="connsiteX45" fmla="*/ 565880 w 838200"/>
              <a:gd name="connsiteY45" fmla="*/ 588731 h 781050"/>
              <a:gd name="connsiteX46" fmla="*/ 827017 w 838200"/>
              <a:gd name="connsiteY46" fmla="*/ 270300 h 781050"/>
              <a:gd name="connsiteX47" fmla="*/ 786164 w 838200"/>
              <a:gd name="connsiteY47" fmla="*/ 293446 h 781050"/>
              <a:gd name="connsiteX48" fmla="*/ 574709 w 838200"/>
              <a:gd name="connsiteY48" fmla="*/ 251803 h 781050"/>
              <a:gd name="connsiteX49" fmla="*/ 554964 w 838200"/>
              <a:gd name="connsiteY49" fmla="*/ 165497 h 781050"/>
              <a:gd name="connsiteX50" fmla="*/ 283597 w 838200"/>
              <a:gd name="connsiteY50" fmla="*/ 164687 h 781050"/>
              <a:gd name="connsiteX51" fmla="*/ 263204 w 838200"/>
              <a:gd name="connsiteY51" fmla="*/ 251089 h 781050"/>
              <a:gd name="connsiteX52" fmla="*/ 53435 w 838200"/>
              <a:gd name="connsiteY52" fmla="*/ 293694 h 781050"/>
              <a:gd name="connsiteX53" fmla="*/ 11448 w 838200"/>
              <a:gd name="connsiteY53" fmla="*/ 270300 h 781050"/>
              <a:gd name="connsiteX54" fmla="*/ 10267 w 838200"/>
              <a:gd name="connsiteY54" fmla="*/ 147466 h 781050"/>
              <a:gd name="connsiteX55" fmla="*/ 418842 w 838200"/>
              <a:gd name="connsiteY55" fmla="*/ 0 h 781050"/>
              <a:gd name="connsiteX56" fmla="*/ 827474 w 838200"/>
              <a:gd name="connsiteY56" fmla="*/ 147676 h 781050"/>
              <a:gd name="connsiteX57" fmla="*/ 827017 w 838200"/>
              <a:gd name="connsiteY57" fmla="*/ 270300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838200" h="781050">
                <a:moveTo>
                  <a:pt x="755475" y="394211"/>
                </a:moveTo>
                <a:cubicBezTo>
                  <a:pt x="754865" y="393535"/>
                  <a:pt x="655367" y="317154"/>
                  <a:pt x="639994" y="317154"/>
                </a:cubicBezTo>
                <a:lnTo>
                  <a:pt x="567661" y="317154"/>
                </a:lnTo>
                <a:lnTo>
                  <a:pt x="567661" y="283816"/>
                </a:lnTo>
                <a:cubicBezTo>
                  <a:pt x="567661" y="262804"/>
                  <a:pt x="550573" y="245716"/>
                  <a:pt x="529561" y="245716"/>
                </a:cubicBezTo>
                <a:lnTo>
                  <a:pt x="498604" y="245716"/>
                </a:lnTo>
                <a:cubicBezTo>
                  <a:pt x="477592" y="245716"/>
                  <a:pt x="460504" y="262804"/>
                  <a:pt x="460504" y="283816"/>
                </a:cubicBezTo>
                <a:lnTo>
                  <a:pt x="460504" y="317154"/>
                </a:lnTo>
                <a:lnTo>
                  <a:pt x="377161" y="317154"/>
                </a:lnTo>
                <a:lnTo>
                  <a:pt x="377161" y="283816"/>
                </a:lnTo>
                <a:cubicBezTo>
                  <a:pt x="377161" y="262804"/>
                  <a:pt x="360073" y="245716"/>
                  <a:pt x="339061" y="245716"/>
                </a:cubicBezTo>
                <a:lnTo>
                  <a:pt x="308104" y="245716"/>
                </a:lnTo>
                <a:cubicBezTo>
                  <a:pt x="287092" y="245716"/>
                  <a:pt x="270004" y="262804"/>
                  <a:pt x="270004" y="283816"/>
                </a:cubicBezTo>
                <a:lnTo>
                  <a:pt x="270004" y="317154"/>
                </a:lnTo>
                <a:lnTo>
                  <a:pt x="198062" y="317154"/>
                </a:lnTo>
                <a:cubicBezTo>
                  <a:pt x="182689" y="317154"/>
                  <a:pt x="83191" y="393535"/>
                  <a:pt x="82581" y="394211"/>
                </a:cubicBezTo>
                <a:cubicBezTo>
                  <a:pt x="72389" y="405336"/>
                  <a:pt x="64941" y="424234"/>
                  <a:pt x="64722" y="439445"/>
                </a:cubicBezTo>
                <a:lnTo>
                  <a:pt x="45710" y="760781"/>
                </a:lnTo>
                <a:cubicBezTo>
                  <a:pt x="45357" y="766048"/>
                  <a:pt x="47196" y="771220"/>
                  <a:pt x="50796" y="775068"/>
                </a:cubicBezTo>
                <a:cubicBezTo>
                  <a:pt x="54397" y="778916"/>
                  <a:pt x="59435" y="781107"/>
                  <a:pt x="64712" y="781107"/>
                </a:cubicBezTo>
                <a:lnTo>
                  <a:pt x="773334" y="781107"/>
                </a:lnTo>
                <a:cubicBezTo>
                  <a:pt x="778611" y="781107"/>
                  <a:pt x="783650" y="778926"/>
                  <a:pt x="787250" y="775068"/>
                </a:cubicBezTo>
                <a:cubicBezTo>
                  <a:pt x="790851" y="771211"/>
                  <a:pt x="792689" y="766048"/>
                  <a:pt x="792336" y="760781"/>
                </a:cubicBezTo>
                <a:lnTo>
                  <a:pt x="773325" y="439445"/>
                </a:lnTo>
                <a:cubicBezTo>
                  <a:pt x="773115" y="424234"/>
                  <a:pt x="765666" y="405336"/>
                  <a:pt x="755475" y="394211"/>
                </a:cubicBezTo>
                <a:close/>
                <a:moveTo>
                  <a:pt x="565880" y="588731"/>
                </a:moveTo>
                <a:cubicBezTo>
                  <a:pt x="565880" y="596617"/>
                  <a:pt x="559479" y="603018"/>
                  <a:pt x="551592" y="603018"/>
                </a:cubicBezTo>
                <a:lnTo>
                  <a:pt x="477507" y="603018"/>
                </a:lnTo>
                <a:lnTo>
                  <a:pt x="477507" y="677094"/>
                </a:lnTo>
                <a:cubicBezTo>
                  <a:pt x="477507" y="684981"/>
                  <a:pt x="471106" y="691382"/>
                  <a:pt x="463219" y="691382"/>
                </a:cubicBezTo>
                <a:lnTo>
                  <a:pt x="374856" y="691382"/>
                </a:lnTo>
                <a:cubicBezTo>
                  <a:pt x="366969" y="691382"/>
                  <a:pt x="360568" y="684981"/>
                  <a:pt x="360568" y="677094"/>
                </a:cubicBezTo>
                <a:lnTo>
                  <a:pt x="360568" y="603018"/>
                </a:lnTo>
                <a:lnTo>
                  <a:pt x="286483" y="603018"/>
                </a:lnTo>
                <a:cubicBezTo>
                  <a:pt x="278596" y="603018"/>
                  <a:pt x="272195" y="596617"/>
                  <a:pt x="272195" y="588731"/>
                </a:cubicBezTo>
                <a:lnTo>
                  <a:pt x="272195" y="500358"/>
                </a:lnTo>
                <a:cubicBezTo>
                  <a:pt x="272195" y="492471"/>
                  <a:pt x="278596" y="486070"/>
                  <a:pt x="286483" y="486070"/>
                </a:cubicBezTo>
                <a:lnTo>
                  <a:pt x="360568" y="486070"/>
                </a:lnTo>
                <a:lnTo>
                  <a:pt x="360568" y="411985"/>
                </a:lnTo>
                <a:cubicBezTo>
                  <a:pt x="360568" y="404098"/>
                  <a:pt x="366969" y="397697"/>
                  <a:pt x="374856" y="397697"/>
                </a:cubicBezTo>
                <a:lnTo>
                  <a:pt x="463219" y="397697"/>
                </a:lnTo>
                <a:cubicBezTo>
                  <a:pt x="471106" y="397697"/>
                  <a:pt x="477507" y="404098"/>
                  <a:pt x="477507" y="411985"/>
                </a:cubicBezTo>
                <a:lnTo>
                  <a:pt x="477507" y="486061"/>
                </a:lnTo>
                <a:lnTo>
                  <a:pt x="551592" y="486061"/>
                </a:lnTo>
                <a:cubicBezTo>
                  <a:pt x="559479" y="486061"/>
                  <a:pt x="565880" y="492462"/>
                  <a:pt x="565880" y="500348"/>
                </a:cubicBezTo>
                <a:lnTo>
                  <a:pt x="565880" y="588731"/>
                </a:lnTo>
                <a:close/>
                <a:moveTo>
                  <a:pt x="827017" y="270300"/>
                </a:moveTo>
                <a:cubicBezTo>
                  <a:pt x="818111" y="283493"/>
                  <a:pt x="802709" y="291141"/>
                  <a:pt x="786164" y="293446"/>
                </a:cubicBezTo>
                <a:cubicBezTo>
                  <a:pt x="696439" y="305953"/>
                  <a:pt x="589692" y="292132"/>
                  <a:pt x="574709" y="251803"/>
                </a:cubicBezTo>
                <a:cubicBezTo>
                  <a:pt x="570633" y="240830"/>
                  <a:pt x="555354" y="166097"/>
                  <a:pt x="554964" y="165497"/>
                </a:cubicBezTo>
                <a:cubicBezTo>
                  <a:pt x="527351" y="159658"/>
                  <a:pt x="302170" y="158915"/>
                  <a:pt x="283597" y="164687"/>
                </a:cubicBezTo>
                <a:cubicBezTo>
                  <a:pt x="282958" y="165354"/>
                  <a:pt x="265528" y="243040"/>
                  <a:pt x="263204" y="251089"/>
                </a:cubicBezTo>
                <a:cubicBezTo>
                  <a:pt x="250964" y="293665"/>
                  <a:pt x="126520" y="303552"/>
                  <a:pt x="53435" y="293694"/>
                </a:cubicBezTo>
                <a:cubicBezTo>
                  <a:pt x="34470" y="291132"/>
                  <a:pt x="18497" y="283864"/>
                  <a:pt x="11448" y="270300"/>
                </a:cubicBezTo>
                <a:cubicBezTo>
                  <a:pt x="-13602" y="222085"/>
                  <a:pt x="10267" y="147466"/>
                  <a:pt x="10267" y="147466"/>
                </a:cubicBezTo>
                <a:cubicBezTo>
                  <a:pt x="29298" y="67494"/>
                  <a:pt x="194671" y="0"/>
                  <a:pt x="418842" y="0"/>
                </a:cubicBezTo>
                <a:cubicBezTo>
                  <a:pt x="645080" y="0"/>
                  <a:pt x="809158" y="60350"/>
                  <a:pt x="827474" y="147676"/>
                </a:cubicBezTo>
                <a:cubicBezTo>
                  <a:pt x="827608" y="148295"/>
                  <a:pt x="854773" y="229181"/>
                  <a:pt x="827017" y="270300"/>
                </a:cubicBezTo>
                <a:close/>
              </a:path>
            </a:pathLst>
          </a:custGeom>
          <a:solidFill>
            <a:schemeClr val="bg1"/>
          </a:solidFill>
          <a:ln w="9525" cap="flat">
            <a:noFill/>
            <a:prstDash val="solid"/>
            <a:miter/>
          </a:ln>
        </p:spPr>
        <p:txBody>
          <a:bodyPr rtlCol="0" anchor="ctr"/>
          <a:lstStyle/>
          <a:p>
            <a:endParaRPr lang="en-US" dirty="0"/>
          </a:p>
        </p:txBody>
      </p:sp>
      <p:grpSp>
        <p:nvGrpSpPr>
          <p:cNvPr id="58" name="Group 57" descr="Icon Doctor">
            <a:extLst>
              <a:ext uri="{FF2B5EF4-FFF2-40B4-BE49-F238E27FC236}">
                <a16:creationId xmlns:a16="http://schemas.microsoft.com/office/drawing/2014/main" id="{E9DBD697-D950-4E35-9DE5-A0C834127864}"/>
              </a:ext>
            </a:extLst>
          </p:cNvPr>
          <p:cNvGrpSpPr>
            <a:grpSpLocks noChangeAspect="1"/>
          </p:cNvGrpSpPr>
          <p:nvPr/>
        </p:nvGrpSpPr>
        <p:grpSpPr>
          <a:xfrm>
            <a:off x="8004778" y="2066010"/>
            <a:ext cx="510916" cy="620957"/>
            <a:chOff x="6939367" y="37502"/>
            <a:chExt cx="742950" cy="902969"/>
          </a:xfrm>
        </p:grpSpPr>
        <p:sp>
          <p:nvSpPr>
            <p:cNvPr id="54" name="Freeform: Shape 53">
              <a:extLst>
                <a:ext uri="{FF2B5EF4-FFF2-40B4-BE49-F238E27FC236}">
                  <a16:creationId xmlns:a16="http://schemas.microsoft.com/office/drawing/2014/main" id="{48ADB8A8-8157-4E9C-BA76-1F538C33554B}"/>
                </a:ext>
              </a:extLst>
            </p:cNvPr>
            <p:cNvSpPr/>
            <p:nvPr/>
          </p:nvSpPr>
          <p:spPr>
            <a:xfrm>
              <a:off x="7477530" y="594714"/>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bg1"/>
            </a:solid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CA00A7B0-F072-47CC-9356-6E33947D7A4A}"/>
                </a:ext>
              </a:extLst>
            </p:cNvPr>
            <p:cNvSpPr/>
            <p:nvPr/>
          </p:nvSpPr>
          <p:spPr>
            <a:xfrm>
              <a:off x="6939367" y="454696"/>
              <a:ext cx="742950" cy="485775"/>
            </a:xfrm>
            <a:custGeom>
              <a:avLst/>
              <a:gdLst>
                <a:gd name="connsiteX0" fmla="*/ 556260 w 742950"/>
                <a:gd name="connsiteY0" fmla="*/ 0 h 485775"/>
                <a:gd name="connsiteX1" fmla="*/ 531495 w 742950"/>
                <a:gd name="connsiteY1" fmla="*/ 19050 h 485775"/>
                <a:gd name="connsiteX2" fmla="*/ 581025 w 742950"/>
                <a:gd name="connsiteY2" fmla="*/ 112395 h 485775"/>
                <a:gd name="connsiteX3" fmla="*/ 625793 w 742950"/>
                <a:gd name="connsiteY3" fmla="*/ 168593 h 485775"/>
                <a:gd name="connsiteX4" fmla="*/ 567690 w 742950"/>
                <a:gd name="connsiteY4" fmla="*/ 226695 h 485775"/>
                <a:gd name="connsiteX5" fmla="*/ 509587 w 742950"/>
                <a:gd name="connsiteY5" fmla="*/ 168593 h 485775"/>
                <a:gd name="connsiteX6" fmla="*/ 551498 w 742950"/>
                <a:gd name="connsiteY6" fmla="*/ 113348 h 485775"/>
                <a:gd name="connsiteX7" fmla="*/ 505778 w 742950"/>
                <a:gd name="connsiteY7" fmla="*/ 35243 h 485775"/>
                <a:gd name="connsiteX8" fmla="*/ 376237 w 742950"/>
                <a:gd name="connsiteY8" fmla="*/ 67628 h 485775"/>
                <a:gd name="connsiteX9" fmla="*/ 250508 w 742950"/>
                <a:gd name="connsiteY9" fmla="*/ 37148 h 485775"/>
                <a:gd name="connsiteX10" fmla="*/ 204787 w 742950"/>
                <a:gd name="connsiteY10" fmla="*/ 168593 h 485775"/>
                <a:gd name="connsiteX11" fmla="*/ 290512 w 742950"/>
                <a:gd name="connsiteY11" fmla="*/ 269558 h 485775"/>
                <a:gd name="connsiteX12" fmla="*/ 290512 w 742950"/>
                <a:gd name="connsiteY12" fmla="*/ 337185 h 485775"/>
                <a:gd name="connsiteX13" fmla="*/ 275273 w 742950"/>
                <a:gd name="connsiteY13" fmla="*/ 352425 h 485775"/>
                <a:gd name="connsiteX14" fmla="*/ 228600 w 742950"/>
                <a:gd name="connsiteY14" fmla="*/ 352425 h 485775"/>
                <a:gd name="connsiteX15" fmla="*/ 213360 w 742950"/>
                <a:gd name="connsiteY15" fmla="*/ 337185 h 485775"/>
                <a:gd name="connsiteX16" fmla="*/ 228600 w 742950"/>
                <a:gd name="connsiteY16" fmla="*/ 321945 h 485775"/>
                <a:gd name="connsiteX17" fmla="*/ 260985 w 742950"/>
                <a:gd name="connsiteY17" fmla="*/ 321945 h 485775"/>
                <a:gd name="connsiteX18" fmla="*/ 260985 w 742950"/>
                <a:gd name="connsiteY18" fmla="*/ 268605 h 485775"/>
                <a:gd name="connsiteX19" fmla="*/ 188595 w 742950"/>
                <a:gd name="connsiteY19" fmla="*/ 196215 h 485775"/>
                <a:gd name="connsiteX20" fmla="*/ 116205 w 742950"/>
                <a:gd name="connsiteY20" fmla="*/ 268605 h 485775"/>
                <a:gd name="connsiteX21" fmla="*/ 116205 w 742950"/>
                <a:gd name="connsiteY21" fmla="*/ 321945 h 485775"/>
                <a:gd name="connsiteX22" fmla="*/ 148590 w 742950"/>
                <a:gd name="connsiteY22" fmla="*/ 321945 h 485775"/>
                <a:gd name="connsiteX23" fmla="*/ 163830 w 742950"/>
                <a:gd name="connsiteY23" fmla="*/ 337185 h 485775"/>
                <a:gd name="connsiteX24" fmla="*/ 148590 w 742950"/>
                <a:gd name="connsiteY24" fmla="*/ 352425 h 485775"/>
                <a:gd name="connsiteX25" fmla="*/ 100965 w 742950"/>
                <a:gd name="connsiteY25" fmla="*/ 352425 h 485775"/>
                <a:gd name="connsiteX26" fmla="*/ 85725 w 742950"/>
                <a:gd name="connsiteY26" fmla="*/ 337185 h 485775"/>
                <a:gd name="connsiteX27" fmla="*/ 85725 w 742950"/>
                <a:gd name="connsiteY27" fmla="*/ 269558 h 485775"/>
                <a:gd name="connsiteX28" fmla="*/ 174308 w 742950"/>
                <a:gd name="connsiteY28" fmla="*/ 168593 h 485775"/>
                <a:gd name="connsiteX29" fmla="*/ 223837 w 742950"/>
                <a:gd name="connsiteY29" fmla="*/ 21907 h 485775"/>
                <a:gd name="connsiteX30" fmla="*/ 194310 w 742950"/>
                <a:gd name="connsiteY30" fmla="*/ 0 h 485775"/>
                <a:gd name="connsiteX31" fmla="*/ 0 w 742950"/>
                <a:gd name="connsiteY31" fmla="*/ 259080 h 485775"/>
                <a:gd name="connsiteX32" fmla="*/ 0 w 742950"/>
                <a:gd name="connsiteY32" fmla="*/ 429578 h 485775"/>
                <a:gd name="connsiteX33" fmla="*/ 58103 w 742950"/>
                <a:gd name="connsiteY33" fmla="*/ 487680 h 485775"/>
                <a:gd name="connsiteX34" fmla="*/ 693420 w 742950"/>
                <a:gd name="connsiteY34" fmla="*/ 487680 h 485775"/>
                <a:gd name="connsiteX35" fmla="*/ 751523 w 742950"/>
                <a:gd name="connsiteY35" fmla="*/ 429578 h 485775"/>
                <a:gd name="connsiteX36" fmla="*/ 751523 w 742950"/>
                <a:gd name="connsiteY36" fmla="*/ 259080 h 485775"/>
                <a:gd name="connsiteX37" fmla="*/ 556260 w 742950"/>
                <a:gd name="connsiteY37" fmla="*/ 0 h 485775"/>
                <a:gd name="connsiteX38" fmla="*/ 549593 w 742950"/>
                <a:gd name="connsiteY38" fmla="*/ 366713 h 485775"/>
                <a:gd name="connsiteX39" fmla="*/ 541020 w 742950"/>
                <a:gd name="connsiteY39" fmla="*/ 375285 h 485775"/>
                <a:gd name="connsiteX40" fmla="*/ 502920 w 742950"/>
                <a:gd name="connsiteY40" fmla="*/ 375285 h 485775"/>
                <a:gd name="connsiteX41" fmla="*/ 502920 w 742950"/>
                <a:gd name="connsiteY41" fmla="*/ 414338 h 485775"/>
                <a:gd name="connsiteX42" fmla="*/ 494348 w 742950"/>
                <a:gd name="connsiteY42" fmla="*/ 422910 h 485775"/>
                <a:gd name="connsiteX43" fmla="*/ 461010 w 742950"/>
                <a:gd name="connsiteY43" fmla="*/ 422910 h 485775"/>
                <a:gd name="connsiteX44" fmla="*/ 452437 w 742950"/>
                <a:gd name="connsiteY44" fmla="*/ 414338 h 485775"/>
                <a:gd name="connsiteX45" fmla="*/ 452437 w 742950"/>
                <a:gd name="connsiteY45" fmla="*/ 375285 h 485775"/>
                <a:gd name="connsiteX46" fmla="*/ 414337 w 742950"/>
                <a:gd name="connsiteY46" fmla="*/ 375285 h 485775"/>
                <a:gd name="connsiteX47" fmla="*/ 405765 w 742950"/>
                <a:gd name="connsiteY47" fmla="*/ 366713 h 485775"/>
                <a:gd name="connsiteX48" fmla="*/ 405765 w 742950"/>
                <a:gd name="connsiteY48" fmla="*/ 332422 h 485775"/>
                <a:gd name="connsiteX49" fmla="*/ 414337 w 742950"/>
                <a:gd name="connsiteY49" fmla="*/ 323850 h 485775"/>
                <a:gd name="connsiteX50" fmla="*/ 452437 w 742950"/>
                <a:gd name="connsiteY50" fmla="*/ 323850 h 485775"/>
                <a:gd name="connsiteX51" fmla="*/ 452437 w 742950"/>
                <a:gd name="connsiteY51" fmla="*/ 284797 h 485775"/>
                <a:gd name="connsiteX52" fmla="*/ 461010 w 742950"/>
                <a:gd name="connsiteY52" fmla="*/ 276225 h 485775"/>
                <a:gd name="connsiteX53" fmla="*/ 494348 w 742950"/>
                <a:gd name="connsiteY53" fmla="*/ 276225 h 485775"/>
                <a:gd name="connsiteX54" fmla="*/ 502920 w 742950"/>
                <a:gd name="connsiteY54" fmla="*/ 284797 h 485775"/>
                <a:gd name="connsiteX55" fmla="*/ 502920 w 742950"/>
                <a:gd name="connsiteY55" fmla="*/ 323850 h 485775"/>
                <a:gd name="connsiteX56" fmla="*/ 541020 w 742950"/>
                <a:gd name="connsiteY56" fmla="*/ 323850 h 485775"/>
                <a:gd name="connsiteX57" fmla="*/ 549593 w 742950"/>
                <a:gd name="connsiteY57" fmla="*/ 332422 h 485775"/>
                <a:gd name="connsiteX58" fmla="*/ 549593 w 742950"/>
                <a:gd name="connsiteY58" fmla="*/ 36671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950" h="485775">
                  <a:moveTo>
                    <a:pt x="556260" y="0"/>
                  </a:moveTo>
                  <a:cubicBezTo>
                    <a:pt x="548640" y="7620"/>
                    <a:pt x="540068" y="13335"/>
                    <a:pt x="531495" y="19050"/>
                  </a:cubicBezTo>
                  <a:cubicBezTo>
                    <a:pt x="550545" y="39053"/>
                    <a:pt x="575310" y="73343"/>
                    <a:pt x="581025" y="112395"/>
                  </a:cubicBezTo>
                  <a:cubicBezTo>
                    <a:pt x="606743" y="118110"/>
                    <a:pt x="625793" y="141923"/>
                    <a:pt x="625793" y="168593"/>
                  </a:cubicBezTo>
                  <a:cubicBezTo>
                    <a:pt x="625793" y="200978"/>
                    <a:pt x="600075" y="226695"/>
                    <a:pt x="567690" y="226695"/>
                  </a:cubicBezTo>
                  <a:cubicBezTo>
                    <a:pt x="535305" y="226695"/>
                    <a:pt x="509587" y="200978"/>
                    <a:pt x="509587" y="168593"/>
                  </a:cubicBezTo>
                  <a:cubicBezTo>
                    <a:pt x="509587" y="142875"/>
                    <a:pt x="527685" y="120015"/>
                    <a:pt x="551498" y="113348"/>
                  </a:cubicBezTo>
                  <a:cubicBezTo>
                    <a:pt x="545783" y="80963"/>
                    <a:pt x="521970" y="51435"/>
                    <a:pt x="505778" y="35243"/>
                  </a:cubicBezTo>
                  <a:cubicBezTo>
                    <a:pt x="466725" y="56198"/>
                    <a:pt x="422910" y="67628"/>
                    <a:pt x="376237" y="67628"/>
                  </a:cubicBezTo>
                  <a:cubicBezTo>
                    <a:pt x="331470" y="67628"/>
                    <a:pt x="288608" y="56198"/>
                    <a:pt x="250508" y="37148"/>
                  </a:cubicBezTo>
                  <a:cubicBezTo>
                    <a:pt x="234315" y="61913"/>
                    <a:pt x="208598" y="110490"/>
                    <a:pt x="204787" y="168593"/>
                  </a:cubicBezTo>
                  <a:cubicBezTo>
                    <a:pt x="253365" y="176213"/>
                    <a:pt x="290512" y="218122"/>
                    <a:pt x="290512" y="269558"/>
                  </a:cubicBezTo>
                  <a:lnTo>
                    <a:pt x="290512" y="337185"/>
                  </a:lnTo>
                  <a:cubicBezTo>
                    <a:pt x="290512" y="345758"/>
                    <a:pt x="283845" y="352425"/>
                    <a:pt x="275273" y="352425"/>
                  </a:cubicBezTo>
                  <a:lnTo>
                    <a:pt x="228600" y="352425"/>
                  </a:lnTo>
                  <a:cubicBezTo>
                    <a:pt x="220028" y="352425"/>
                    <a:pt x="213360" y="345758"/>
                    <a:pt x="213360" y="337185"/>
                  </a:cubicBezTo>
                  <a:cubicBezTo>
                    <a:pt x="213360" y="328613"/>
                    <a:pt x="220028" y="321945"/>
                    <a:pt x="228600" y="321945"/>
                  </a:cubicBezTo>
                  <a:lnTo>
                    <a:pt x="260985" y="321945"/>
                  </a:lnTo>
                  <a:lnTo>
                    <a:pt x="260985" y="268605"/>
                  </a:lnTo>
                  <a:cubicBezTo>
                    <a:pt x="260985" y="228600"/>
                    <a:pt x="228600" y="196215"/>
                    <a:pt x="188595" y="196215"/>
                  </a:cubicBezTo>
                  <a:cubicBezTo>
                    <a:pt x="148590" y="196215"/>
                    <a:pt x="116205" y="228600"/>
                    <a:pt x="116205" y="268605"/>
                  </a:cubicBezTo>
                  <a:lnTo>
                    <a:pt x="116205" y="321945"/>
                  </a:lnTo>
                  <a:lnTo>
                    <a:pt x="148590" y="321945"/>
                  </a:lnTo>
                  <a:cubicBezTo>
                    <a:pt x="157163" y="321945"/>
                    <a:pt x="163830" y="328613"/>
                    <a:pt x="163830" y="337185"/>
                  </a:cubicBezTo>
                  <a:cubicBezTo>
                    <a:pt x="163830" y="345758"/>
                    <a:pt x="157163" y="352425"/>
                    <a:pt x="148590" y="352425"/>
                  </a:cubicBezTo>
                  <a:lnTo>
                    <a:pt x="100965" y="352425"/>
                  </a:lnTo>
                  <a:cubicBezTo>
                    <a:pt x="92392" y="352425"/>
                    <a:pt x="85725" y="345758"/>
                    <a:pt x="85725" y="337185"/>
                  </a:cubicBezTo>
                  <a:lnTo>
                    <a:pt x="85725" y="269558"/>
                  </a:lnTo>
                  <a:cubicBezTo>
                    <a:pt x="85725" y="218122"/>
                    <a:pt x="123825" y="175260"/>
                    <a:pt x="174308" y="168593"/>
                  </a:cubicBezTo>
                  <a:cubicBezTo>
                    <a:pt x="178117" y="102870"/>
                    <a:pt x="205740" y="50482"/>
                    <a:pt x="223837" y="21907"/>
                  </a:cubicBezTo>
                  <a:cubicBezTo>
                    <a:pt x="213360" y="15240"/>
                    <a:pt x="203835" y="8573"/>
                    <a:pt x="194310" y="0"/>
                  </a:cubicBezTo>
                  <a:cubicBezTo>
                    <a:pt x="81915" y="33338"/>
                    <a:pt x="0" y="137160"/>
                    <a:pt x="0" y="259080"/>
                  </a:cubicBezTo>
                  <a:lnTo>
                    <a:pt x="0" y="429578"/>
                  </a:lnTo>
                  <a:cubicBezTo>
                    <a:pt x="0" y="461963"/>
                    <a:pt x="25717" y="487680"/>
                    <a:pt x="58103" y="487680"/>
                  </a:cubicBezTo>
                  <a:lnTo>
                    <a:pt x="693420" y="487680"/>
                  </a:lnTo>
                  <a:cubicBezTo>
                    <a:pt x="725805" y="487680"/>
                    <a:pt x="751523" y="461963"/>
                    <a:pt x="751523" y="429578"/>
                  </a:cubicBezTo>
                  <a:lnTo>
                    <a:pt x="751523" y="259080"/>
                  </a:lnTo>
                  <a:cubicBezTo>
                    <a:pt x="750570" y="136208"/>
                    <a:pt x="668655" y="32385"/>
                    <a:pt x="556260" y="0"/>
                  </a:cubicBezTo>
                  <a:close/>
                  <a:moveTo>
                    <a:pt x="549593" y="366713"/>
                  </a:moveTo>
                  <a:cubicBezTo>
                    <a:pt x="549593" y="371475"/>
                    <a:pt x="545783" y="375285"/>
                    <a:pt x="541020" y="375285"/>
                  </a:cubicBezTo>
                  <a:lnTo>
                    <a:pt x="502920" y="375285"/>
                  </a:lnTo>
                  <a:lnTo>
                    <a:pt x="502920" y="414338"/>
                  </a:lnTo>
                  <a:cubicBezTo>
                    <a:pt x="502920" y="419100"/>
                    <a:pt x="499110" y="422910"/>
                    <a:pt x="494348" y="422910"/>
                  </a:cubicBezTo>
                  <a:lnTo>
                    <a:pt x="461010" y="422910"/>
                  </a:lnTo>
                  <a:cubicBezTo>
                    <a:pt x="456248" y="422910"/>
                    <a:pt x="452437" y="419100"/>
                    <a:pt x="452437" y="414338"/>
                  </a:cubicBezTo>
                  <a:lnTo>
                    <a:pt x="452437" y="375285"/>
                  </a:lnTo>
                  <a:lnTo>
                    <a:pt x="414337" y="375285"/>
                  </a:lnTo>
                  <a:cubicBezTo>
                    <a:pt x="409575" y="375285"/>
                    <a:pt x="405765" y="371475"/>
                    <a:pt x="405765" y="366713"/>
                  </a:cubicBezTo>
                  <a:lnTo>
                    <a:pt x="405765" y="332422"/>
                  </a:lnTo>
                  <a:cubicBezTo>
                    <a:pt x="405765" y="327660"/>
                    <a:pt x="409575" y="323850"/>
                    <a:pt x="414337" y="323850"/>
                  </a:cubicBezTo>
                  <a:lnTo>
                    <a:pt x="452437" y="323850"/>
                  </a:lnTo>
                  <a:lnTo>
                    <a:pt x="452437" y="284797"/>
                  </a:lnTo>
                  <a:cubicBezTo>
                    <a:pt x="452437" y="280035"/>
                    <a:pt x="456248" y="276225"/>
                    <a:pt x="461010" y="276225"/>
                  </a:cubicBezTo>
                  <a:lnTo>
                    <a:pt x="494348" y="276225"/>
                  </a:lnTo>
                  <a:cubicBezTo>
                    <a:pt x="499110" y="276225"/>
                    <a:pt x="502920" y="280035"/>
                    <a:pt x="502920" y="284797"/>
                  </a:cubicBezTo>
                  <a:lnTo>
                    <a:pt x="502920" y="323850"/>
                  </a:lnTo>
                  <a:lnTo>
                    <a:pt x="541020" y="323850"/>
                  </a:lnTo>
                  <a:cubicBezTo>
                    <a:pt x="545783" y="323850"/>
                    <a:pt x="549593" y="327660"/>
                    <a:pt x="549593" y="332422"/>
                  </a:cubicBezTo>
                  <a:lnTo>
                    <a:pt x="549593" y="366713"/>
                  </a:lnTo>
                  <a:close/>
                </a:path>
              </a:pathLst>
            </a:custGeom>
            <a:solidFill>
              <a:schemeClr val="bg1"/>
            </a:solid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9EAB1B9-6D19-49E6-B4AE-5D32BC38E444}"/>
                </a:ext>
              </a:extLst>
            </p:cNvPr>
            <p:cNvSpPr/>
            <p:nvPr/>
          </p:nvSpPr>
          <p:spPr>
            <a:xfrm>
              <a:off x="7104150" y="37502"/>
              <a:ext cx="419100" cy="419100"/>
            </a:xfrm>
            <a:custGeom>
              <a:avLst/>
              <a:gdLst>
                <a:gd name="connsiteX0" fmla="*/ 421005 w 419100"/>
                <a:gd name="connsiteY0" fmla="*/ 210503 h 419100"/>
                <a:gd name="connsiteX1" fmla="*/ 210503 w 419100"/>
                <a:gd name="connsiteY1" fmla="*/ 421005 h 419100"/>
                <a:gd name="connsiteX2" fmla="*/ 0 w 419100"/>
                <a:gd name="connsiteY2" fmla="*/ 210503 h 419100"/>
                <a:gd name="connsiteX3" fmla="*/ 210503 w 419100"/>
                <a:gd name="connsiteY3" fmla="*/ 0 h 419100"/>
                <a:gd name="connsiteX4" fmla="*/ 421005 w 419100"/>
                <a:gd name="connsiteY4" fmla="*/ 210503 h 419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419100">
                  <a:moveTo>
                    <a:pt x="421005" y="210503"/>
                  </a:moveTo>
                  <a:cubicBezTo>
                    <a:pt x="421005" y="326760"/>
                    <a:pt x="326760" y="421005"/>
                    <a:pt x="210503" y="421005"/>
                  </a:cubicBezTo>
                  <a:cubicBezTo>
                    <a:pt x="94245" y="421005"/>
                    <a:pt x="0" y="326760"/>
                    <a:pt x="0" y="210503"/>
                  </a:cubicBezTo>
                  <a:cubicBezTo>
                    <a:pt x="0" y="94245"/>
                    <a:pt x="94245" y="0"/>
                    <a:pt x="210503" y="0"/>
                  </a:cubicBezTo>
                  <a:cubicBezTo>
                    <a:pt x="326760" y="0"/>
                    <a:pt x="421005" y="94245"/>
                    <a:pt x="421005" y="210503"/>
                  </a:cubicBezTo>
                  <a:close/>
                </a:path>
              </a:pathLst>
            </a:custGeom>
            <a:solidFill>
              <a:schemeClr val="bg1"/>
            </a:solidFill>
            <a:ln w="9525" cap="flat">
              <a:noFill/>
              <a:prstDash val="solid"/>
              <a:miter/>
            </a:ln>
          </p:spPr>
          <p:txBody>
            <a:bodyPr rtlCol="0" anchor="ctr"/>
            <a:lstStyle/>
            <a:p>
              <a:endParaRPr lang="en-US" dirty="0"/>
            </a:p>
          </p:txBody>
        </p:sp>
      </p:grpSp>
      <p:sp>
        <p:nvSpPr>
          <p:cNvPr id="15" name="Graphic 27" descr="Icon Stethoscope">
            <a:extLst>
              <a:ext uri="{FF2B5EF4-FFF2-40B4-BE49-F238E27FC236}">
                <a16:creationId xmlns:a16="http://schemas.microsoft.com/office/drawing/2014/main" id="{433D7B35-4AFE-7A11-9F71-C80E7B2B099B}"/>
              </a:ext>
            </a:extLst>
          </p:cNvPr>
          <p:cNvSpPr>
            <a:spLocks noChangeAspect="1"/>
          </p:cNvSpPr>
          <p:nvPr/>
        </p:nvSpPr>
        <p:spPr>
          <a:xfrm>
            <a:off x="4216493" y="2087622"/>
            <a:ext cx="483810" cy="483810"/>
          </a:xfrm>
          <a:custGeom>
            <a:avLst/>
            <a:gdLst>
              <a:gd name="connsiteX0" fmla="*/ 757238 w 800100"/>
              <a:gd name="connsiteY0" fmla="*/ 28575 h 800100"/>
              <a:gd name="connsiteX1" fmla="*/ 683181 w 800100"/>
              <a:gd name="connsiteY1" fmla="*/ 28575 h 800100"/>
              <a:gd name="connsiteX2" fmla="*/ 642938 w 800100"/>
              <a:gd name="connsiteY2" fmla="*/ 0 h 800100"/>
              <a:gd name="connsiteX3" fmla="*/ 600075 w 800100"/>
              <a:gd name="connsiteY3" fmla="*/ 42863 h 800100"/>
              <a:gd name="connsiteX4" fmla="*/ 600075 w 800100"/>
              <a:gd name="connsiteY4" fmla="*/ 100013 h 800100"/>
              <a:gd name="connsiteX5" fmla="*/ 642938 w 800100"/>
              <a:gd name="connsiteY5" fmla="*/ 142875 h 800100"/>
              <a:gd name="connsiteX6" fmla="*/ 683181 w 800100"/>
              <a:gd name="connsiteY6" fmla="*/ 114300 h 800100"/>
              <a:gd name="connsiteX7" fmla="*/ 714375 w 800100"/>
              <a:gd name="connsiteY7" fmla="*/ 114300 h 800100"/>
              <a:gd name="connsiteX8" fmla="*/ 714375 w 800100"/>
              <a:gd name="connsiteY8" fmla="*/ 214313 h 800100"/>
              <a:gd name="connsiteX9" fmla="*/ 557213 w 800100"/>
              <a:gd name="connsiteY9" fmla="*/ 371475 h 800100"/>
              <a:gd name="connsiteX10" fmla="*/ 400050 w 800100"/>
              <a:gd name="connsiteY10" fmla="*/ 214313 h 800100"/>
              <a:gd name="connsiteX11" fmla="*/ 400050 w 800100"/>
              <a:gd name="connsiteY11" fmla="*/ 114300 h 800100"/>
              <a:gd name="connsiteX12" fmla="*/ 431244 w 800100"/>
              <a:gd name="connsiteY12" fmla="*/ 114300 h 800100"/>
              <a:gd name="connsiteX13" fmla="*/ 471488 w 800100"/>
              <a:gd name="connsiteY13" fmla="*/ 142875 h 800100"/>
              <a:gd name="connsiteX14" fmla="*/ 514350 w 800100"/>
              <a:gd name="connsiteY14" fmla="*/ 100013 h 800100"/>
              <a:gd name="connsiteX15" fmla="*/ 514350 w 800100"/>
              <a:gd name="connsiteY15" fmla="*/ 42863 h 800100"/>
              <a:gd name="connsiteX16" fmla="*/ 471488 w 800100"/>
              <a:gd name="connsiteY16" fmla="*/ 0 h 800100"/>
              <a:gd name="connsiteX17" fmla="*/ 431244 w 800100"/>
              <a:gd name="connsiteY17" fmla="*/ 28575 h 800100"/>
              <a:gd name="connsiteX18" fmla="*/ 357188 w 800100"/>
              <a:gd name="connsiteY18" fmla="*/ 28575 h 800100"/>
              <a:gd name="connsiteX19" fmla="*/ 314325 w 800100"/>
              <a:gd name="connsiteY19" fmla="*/ 71438 h 800100"/>
              <a:gd name="connsiteX20" fmla="*/ 314325 w 800100"/>
              <a:gd name="connsiteY20" fmla="*/ 214313 h 800100"/>
              <a:gd name="connsiteX21" fmla="*/ 514350 w 800100"/>
              <a:gd name="connsiteY21" fmla="*/ 453180 h 800100"/>
              <a:gd name="connsiteX22" fmla="*/ 514350 w 800100"/>
              <a:gd name="connsiteY22" fmla="*/ 642938 h 800100"/>
              <a:gd name="connsiteX23" fmla="*/ 442913 w 800100"/>
              <a:gd name="connsiteY23" fmla="*/ 714375 h 800100"/>
              <a:gd name="connsiteX24" fmla="*/ 242888 w 800100"/>
              <a:gd name="connsiteY24" fmla="*/ 714375 h 800100"/>
              <a:gd name="connsiteX25" fmla="*/ 171450 w 800100"/>
              <a:gd name="connsiteY25" fmla="*/ 642938 h 800100"/>
              <a:gd name="connsiteX26" fmla="*/ 171450 w 800100"/>
              <a:gd name="connsiteY26" fmla="*/ 520741 h 800100"/>
              <a:gd name="connsiteX27" fmla="*/ 257175 w 800100"/>
              <a:gd name="connsiteY27" fmla="*/ 400050 h 800100"/>
              <a:gd name="connsiteX28" fmla="*/ 128588 w 800100"/>
              <a:gd name="connsiteY28" fmla="*/ 271463 h 800100"/>
              <a:gd name="connsiteX29" fmla="*/ 0 w 800100"/>
              <a:gd name="connsiteY29" fmla="*/ 400050 h 800100"/>
              <a:gd name="connsiteX30" fmla="*/ 85725 w 800100"/>
              <a:gd name="connsiteY30" fmla="*/ 520741 h 800100"/>
              <a:gd name="connsiteX31" fmla="*/ 85725 w 800100"/>
              <a:gd name="connsiteY31" fmla="*/ 642938 h 800100"/>
              <a:gd name="connsiteX32" fmla="*/ 242888 w 800100"/>
              <a:gd name="connsiteY32" fmla="*/ 800100 h 800100"/>
              <a:gd name="connsiteX33" fmla="*/ 442913 w 800100"/>
              <a:gd name="connsiteY33" fmla="*/ 800100 h 800100"/>
              <a:gd name="connsiteX34" fmla="*/ 600075 w 800100"/>
              <a:gd name="connsiteY34" fmla="*/ 642938 h 800100"/>
              <a:gd name="connsiteX35" fmla="*/ 600075 w 800100"/>
              <a:gd name="connsiteY35" fmla="*/ 453180 h 800100"/>
              <a:gd name="connsiteX36" fmla="*/ 800100 w 800100"/>
              <a:gd name="connsiteY36" fmla="*/ 214313 h 800100"/>
              <a:gd name="connsiteX37" fmla="*/ 800100 w 800100"/>
              <a:gd name="connsiteY37" fmla="*/ 71438 h 800100"/>
              <a:gd name="connsiteX38" fmla="*/ 757238 w 800100"/>
              <a:gd name="connsiteY38" fmla="*/ 28575 h 800100"/>
              <a:gd name="connsiteX39" fmla="*/ 57150 w 800100"/>
              <a:gd name="connsiteY39" fmla="*/ 400050 h 800100"/>
              <a:gd name="connsiteX40" fmla="*/ 128588 w 800100"/>
              <a:gd name="connsiteY40" fmla="*/ 328613 h 800100"/>
              <a:gd name="connsiteX41" fmla="*/ 200025 w 800100"/>
              <a:gd name="connsiteY41" fmla="*/ 400050 h 800100"/>
              <a:gd name="connsiteX42" fmla="*/ 128588 w 800100"/>
              <a:gd name="connsiteY42" fmla="*/ 471488 h 800100"/>
              <a:gd name="connsiteX43" fmla="*/ 57150 w 800100"/>
              <a:gd name="connsiteY43" fmla="*/ 40005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00100" h="800100">
                <a:moveTo>
                  <a:pt x="757238" y="28575"/>
                </a:moveTo>
                <a:lnTo>
                  <a:pt x="683181" y="28575"/>
                </a:lnTo>
                <a:cubicBezTo>
                  <a:pt x="677275" y="11963"/>
                  <a:pt x="661578" y="0"/>
                  <a:pt x="642938" y="0"/>
                </a:cubicBezTo>
                <a:cubicBezTo>
                  <a:pt x="619268" y="0"/>
                  <a:pt x="600075" y="19193"/>
                  <a:pt x="600075" y="42863"/>
                </a:cubicBezTo>
                <a:lnTo>
                  <a:pt x="600075" y="100013"/>
                </a:lnTo>
                <a:cubicBezTo>
                  <a:pt x="600075" y="123682"/>
                  <a:pt x="619268" y="142875"/>
                  <a:pt x="642938" y="142875"/>
                </a:cubicBezTo>
                <a:cubicBezTo>
                  <a:pt x="661568" y="142875"/>
                  <a:pt x="677275" y="130912"/>
                  <a:pt x="683181" y="114300"/>
                </a:cubicBezTo>
                <a:lnTo>
                  <a:pt x="714375" y="114300"/>
                </a:lnTo>
                <a:lnTo>
                  <a:pt x="714375" y="214313"/>
                </a:lnTo>
                <a:cubicBezTo>
                  <a:pt x="714375" y="300971"/>
                  <a:pt x="643871" y="371475"/>
                  <a:pt x="557213" y="371475"/>
                </a:cubicBezTo>
                <a:cubicBezTo>
                  <a:pt x="470554" y="371475"/>
                  <a:pt x="400050" y="300971"/>
                  <a:pt x="400050" y="214313"/>
                </a:cubicBezTo>
                <a:lnTo>
                  <a:pt x="400050" y="114300"/>
                </a:lnTo>
                <a:lnTo>
                  <a:pt x="431244" y="114300"/>
                </a:lnTo>
                <a:cubicBezTo>
                  <a:pt x="437150" y="130912"/>
                  <a:pt x="452847" y="142875"/>
                  <a:pt x="471488" y="142875"/>
                </a:cubicBezTo>
                <a:cubicBezTo>
                  <a:pt x="495157" y="142875"/>
                  <a:pt x="514350" y="123682"/>
                  <a:pt x="514350" y="100013"/>
                </a:cubicBezTo>
                <a:lnTo>
                  <a:pt x="514350" y="42863"/>
                </a:lnTo>
                <a:cubicBezTo>
                  <a:pt x="514350" y="19193"/>
                  <a:pt x="495157" y="0"/>
                  <a:pt x="471488" y="0"/>
                </a:cubicBezTo>
                <a:cubicBezTo>
                  <a:pt x="452857" y="0"/>
                  <a:pt x="437150" y="11963"/>
                  <a:pt x="431244" y="28575"/>
                </a:cubicBezTo>
                <a:lnTo>
                  <a:pt x="357188" y="28575"/>
                </a:lnTo>
                <a:cubicBezTo>
                  <a:pt x="333508" y="28575"/>
                  <a:pt x="314325" y="47758"/>
                  <a:pt x="314325" y="71438"/>
                </a:cubicBezTo>
                <a:lnTo>
                  <a:pt x="314325" y="214313"/>
                </a:lnTo>
                <a:cubicBezTo>
                  <a:pt x="314325" y="333594"/>
                  <a:pt x="400822" y="432845"/>
                  <a:pt x="514350" y="453180"/>
                </a:cubicBezTo>
                <a:lnTo>
                  <a:pt x="514350" y="642938"/>
                </a:lnTo>
                <a:cubicBezTo>
                  <a:pt x="514350" y="682323"/>
                  <a:pt x="482298" y="714375"/>
                  <a:pt x="442913" y="714375"/>
                </a:cubicBezTo>
                <a:lnTo>
                  <a:pt x="242888" y="714375"/>
                </a:lnTo>
                <a:cubicBezTo>
                  <a:pt x="203502" y="714375"/>
                  <a:pt x="171450" y="682323"/>
                  <a:pt x="171450" y="642938"/>
                </a:cubicBezTo>
                <a:lnTo>
                  <a:pt x="171450" y="520741"/>
                </a:lnTo>
                <a:cubicBezTo>
                  <a:pt x="221237" y="502987"/>
                  <a:pt x="257175" y="455857"/>
                  <a:pt x="257175" y="400050"/>
                </a:cubicBezTo>
                <a:cubicBezTo>
                  <a:pt x="257175" y="329146"/>
                  <a:pt x="199492" y="271463"/>
                  <a:pt x="128588" y="271463"/>
                </a:cubicBezTo>
                <a:cubicBezTo>
                  <a:pt x="57683" y="271463"/>
                  <a:pt x="0" y="329146"/>
                  <a:pt x="0" y="400050"/>
                </a:cubicBezTo>
                <a:cubicBezTo>
                  <a:pt x="0" y="455857"/>
                  <a:pt x="35938" y="502987"/>
                  <a:pt x="85725" y="520741"/>
                </a:cubicBezTo>
                <a:lnTo>
                  <a:pt x="85725" y="642938"/>
                </a:lnTo>
                <a:cubicBezTo>
                  <a:pt x="85725" y="729596"/>
                  <a:pt x="156229" y="800100"/>
                  <a:pt x="242888" y="800100"/>
                </a:cubicBezTo>
                <a:lnTo>
                  <a:pt x="442913" y="800100"/>
                </a:lnTo>
                <a:cubicBezTo>
                  <a:pt x="529571" y="800100"/>
                  <a:pt x="600075" y="729596"/>
                  <a:pt x="600075" y="642938"/>
                </a:cubicBezTo>
                <a:lnTo>
                  <a:pt x="600075" y="453180"/>
                </a:lnTo>
                <a:cubicBezTo>
                  <a:pt x="713603" y="432845"/>
                  <a:pt x="800100" y="333594"/>
                  <a:pt x="800100" y="214313"/>
                </a:cubicBezTo>
                <a:lnTo>
                  <a:pt x="800100" y="71438"/>
                </a:lnTo>
                <a:cubicBezTo>
                  <a:pt x="800100" y="47758"/>
                  <a:pt x="780917" y="28575"/>
                  <a:pt x="757238" y="28575"/>
                </a:cubicBezTo>
                <a:close/>
                <a:moveTo>
                  <a:pt x="57150" y="400050"/>
                </a:moveTo>
                <a:cubicBezTo>
                  <a:pt x="57150" y="360664"/>
                  <a:pt x="89202" y="328613"/>
                  <a:pt x="128588" y="328613"/>
                </a:cubicBezTo>
                <a:cubicBezTo>
                  <a:pt x="167973" y="328613"/>
                  <a:pt x="200025" y="360664"/>
                  <a:pt x="200025" y="400050"/>
                </a:cubicBezTo>
                <a:cubicBezTo>
                  <a:pt x="200025" y="439436"/>
                  <a:pt x="167973" y="471488"/>
                  <a:pt x="128588" y="471488"/>
                </a:cubicBezTo>
                <a:cubicBezTo>
                  <a:pt x="89202" y="471488"/>
                  <a:pt x="57150" y="439436"/>
                  <a:pt x="57150" y="400050"/>
                </a:cubicBezTo>
                <a:close/>
              </a:path>
            </a:pathLst>
          </a:custGeom>
          <a:solidFill>
            <a:schemeClr val="bg1"/>
          </a:solidFill>
          <a:ln w="9525" cap="flat">
            <a:noFill/>
            <a:prstDash val="solid"/>
            <a:miter/>
          </a:ln>
        </p:spPr>
        <p:txBody>
          <a:bodyPr rtlCol="0" anchor="ctr"/>
          <a:lstStyle/>
          <a:p>
            <a:endParaRPr lang="en-US" dirty="0"/>
          </a:p>
        </p:txBody>
      </p:sp>
      <p:sp>
        <p:nvSpPr>
          <p:cNvPr id="17" name="Text Placeholder 8">
            <a:extLst>
              <a:ext uri="{FF2B5EF4-FFF2-40B4-BE49-F238E27FC236}">
                <a16:creationId xmlns:a16="http://schemas.microsoft.com/office/drawing/2014/main" id="{7D9C274F-B797-C113-762B-E8CB8B30979C}"/>
              </a:ext>
            </a:extLst>
          </p:cNvPr>
          <p:cNvSpPr txBox="1">
            <a:spLocks/>
          </p:cNvSpPr>
          <p:nvPr/>
        </p:nvSpPr>
        <p:spPr>
          <a:xfrm>
            <a:off x="9199228" y="4299875"/>
            <a:ext cx="1653497" cy="55174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12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noProof="1">
                <a:solidFill>
                  <a:schemeClr val="tx2">
                    <a:lumMod val="10000"/>
                    <a:lumOff val="90000"/>
                  </a:schemeClr>
                </a:solidFill>
                <a:latin typeface="Calibri" panose="020F0502020204030204" pitchFamily="34" charset="0"/>
              </a:rPr>
              <a:t>Test Results</a:t>
            </a:r>
            <a:endParaRPr lang="en-US" sz="2200" noProof="1">
              <a:solidFill>
                <a:schemeClr val="tx2">
                  <a:lumMod val="10000"/>
                  <a:lumOff val="90000"/>
                </a:schemeClr>
              </a:solidFill>
              <a:latin typeface="Calibri" panose="020F0502020204030204" pitchFamily="34" charset="0"/>
            </a:endParaRPr>
          </a:p>
        </p:txBody>
      </p:sp>
      <p:pic>
        <p:nvPicPr>
          <p:cNvPr id="23" name="Picture Placeholder 46" descr="Heartbeat">
            <a:extLst>
              <a:ext uri="{FF2B5EF4-FFF2-40B4-BE49-F238E27FC236}">
                <a16:creationId xmlns:a16="http://schemas.microsoft.com/office/drawing/2014/main" id="{A59A99B5-11F8-DBDC-ABE0-3056758C093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a:xfrm>
            <a:off x="8039953" y="4019303"/>
            <a:ext cx="748444" cy="748444"/>
          </a:xfrm>
          <a:prstGeom prst="rect">
            <a:avLst/>
          </a:prstGeom>
        </p:spPr>
      </p:pic>
    </p:spTree>
    <p:extLst>
      <p:ext uri="{BB962C8B-B14F-4D97-AF65-F5344CB8AC3E}">
        <p14:creationId xmlns:p14="http://schemas.microsoft.com/office/powerpoint/2010/main" val="17558362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C5449-FD9C-4768-6D5B-9B3F89978DC9}"/>
              </a:ext>
            </a:extLst>
          </p:cNvPr>
          <p:cNvSpPr>
            <a:spLocks noGrp="1"/>
          </p:cNvSpPr>
          <p:nvPr>
            <p:ph type="title"/>
          </p:nvPr>
        </p:nvSpPr>
        <p:spPr>
          <a:xfrm>
            <a:off x="74399" y="90432"/>
            <a:ext cx="10701755" cy="370166"/>
          </a:xfrm>
        </p:spPr>
        <p:txBody>
          <a:bodyPr>
            <a:normAutofit fontScale="90000"/>
          </a:bodyPr>
          <a:lstStyle/>
          <a:p>
            <a:r>
              <a:rPr lang="en-IN" dirty="0"/>
              <a:t>Data  Insights  based on  medical  condition</a:t>
            </a:r>
          </a:p>
        </p:txBody>
      </p:sp>
      <p:sp>
        <p:nvSpPr>
          <p:cNvPr id="3" name="Slide Number Placeholder 2">
            <a:extLst>
              <a:ext uri="{FF2B5EF4-FFF2-40B4-BE49-F238E27FC236}">
                <a16:creationId xmlns:a16="http://schemas.microsoft.com/office/drawing/2014/main" id="{5760B889-0962-1CF3-DE5F-38519D1A2616}"/>
              </a:ext>
            </a:extLst>
          </p:cNvPr>
          <p:cNvSpPr>
            <a:spLocks noGrp="1"/>
          </p:cNvSpPr>
          <p:nvPr>
            <p:ph type="sldNum" sz="quarter" idx="11"/>
          </p:nvPr>
        </p:nvSpPr>
        <p:spPr/>
        <p:txBody>
          <a:bodyPr/>
          <a:lstStyle/>
          <a:p>
            <a:fld id="{EECC7194-A4D0-457B-9D3E-53681723AFF7}" type="slidenum">
              <a:rPr lang="en-US" noProof="0" smtClean="0"/>
              <a:pPr/>
              <a:t>9</a:t>
            </a:fld>
            <a:endParaRPr lang="en-US" noProof="0" dirty="0"/>
          </a:p>
        </p:txBody>
      </p:sp>
      <p:pic>
        <p:nvPicPr>
          <p:cNvPr id="17" name="Picture 16">
            <a:extLst>
              <a:ext uri="{FF2B5EF4-FFF2-40B4-BE49-F238E27FC236}">
                <a16:creationId xmlns:a16="http://schemas.microsoft.com/office/drawing/2014/main" id="{421AE60B-19D1-2D72-E261-4824C16DF6F5}"/>
              </a:ext>
            </a:extLst>
          </p:cNvPr>
          <p:cNvPicPr>
            <a:picLocks noChangeAspect="1"/>
          </p:cNvPicPr>
          <p:nvPr/>
        </p:nvPicPr>
        <p:blipFill>
          <a:blip r:embed="rId2"/>
          <a:stretch>
            <a:fillRect/>
          </a:stretch>
        </p:blipFill>
        <p:spPr>
          <a:xfrm>
            <a:off x="0" y="589936"/>
            <a:ext cx="12192000" cy="6268064"/>
          </a:xfrm>
          <a:prstGeom prst="rect">
            <a:avLst/>
          </a:prstGeom>
        </p:spPr>
      </p:pic>
      <p:sp>
        <p:nvSpPr>
          <p:cNvPr id="18" name="object 7" descr="Beige rectangle">
            <a:extLst>
              <a:ext uri="{FF2B5EF4-FFF2-40B4-BE49-F238E27FC236}">
                <a16:creationId xmlns:a16="http://schemas.microsoft.com/office/drawing/2014/main" id="{88B9F67A-379B-2BE4-28AB-A625AC85C34E}"/>
              </a:ext>
            </a:extLst>
          </p:cNvPr>
          <p:cNvSpPr/>
          <p:nvPr/>
        </p:nvSpPr>
        <p:spPr bwMode="white">
          <a:xfrm>
            <a:off x="74399" y="589935"/>
            <a:ext cx="10160982" cy="19016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38506050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7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1000"/>
                                        <p:tgtEl>
                                          <p:spTgt spid="17"/>
                                        </p:tgtEl>
                                      </p:cBhvr>
                                    </p:animEffect>
                                    <p:anim calcmode="lin" valueType="num">
                                      <p:cBhvr>
                                        <p:cTn id="12" dur="1000" fill="hold"/>
                                        <p:tgtEl>
                                          <p:spTgt spid="17"/>
                                        </p:tgtEl>
                                        <p:attrNameLst>
                                          <p:attrName>ppt_x</p:attrName>
                                        </p:attrNameLst>
                                      </p:cBhvr>
                                      <p:tavLst>
                                        <p:tav tm="0">
                                          <p:val>
                                            <p:strVal val="#ppt_x"/>
                                          </p:val>
                                        </p:tav>
                                        <p:tav tm="100000">
                                          <p:val>
                                            <p:strVal val="#ppt_x"/>
                                          </p:val>
                                        </p:tav>
                                      </p:tavLst>
                                    </p:anim>
                                    <p:anim calcmode="lin" valueType="num">
                                      <p:cBhvr>
                                        <p:cTn id="1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F520E-B553-4B58-821F-756E17DF0C52}"/>
              </a:ext>
            </a:extLst>
          </p:cNvPr>
          <p:cNvSpPr>
            <a:spLocks noGrp="1"/>
          </p:cNvSpPr>
          <p:nvPr>
            <p:ph type="title"/>
          </p:nvPr>
        </p:nvSpPr>
        <p:spPr>
          <a:xfrm>
            <a:off x="94065" y="160679"/>
            <a:ext cx="11665316" cy="370166"/>
          </a:xfrm>
        </p:spPr>
        <p:txBody>
          <a:bodyPr>
            <a:normAutofit fontScale="90000"/>
          </a:bodyPr>
          <a:lstStyle/>
          <a:p>
            <a:r>
              <a:rPr lang="en-US" dirty="0"/>
              <a:t>Data insights based on Medical Condition  with medication</a:t>
            </a:r>
          </a:p>
        </p:txBody>
      </p:sp>
      <p:sp>
        <p:nvSpPr>
          <p:cNvPr id="3" name="Slide Number Placeholder 2">
            <a:extLst>
              <a:ext uri="{FF2B5EF4-FFF2-40B4-BE49-F238E27FC236}">
                <a16:creationId xmlns:a16="http://schemas.microsoft.com/office/drawing/2014/main" id="{101FE623-9109-4333-B868-214788FBEB96}"/>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5" name="object 7" descr="Beige rectangle">
            <a:extLst>
              <a:ext uri="{FF2B5EF4-FFF2-40B4-BE49-F238E27FC236}">
                <a16:creationId xmlns:a16="http://schemas.microsoft.com/office/drawing/2014/main" id="{DD34491F-F24C-4DC2-A26D-FA05D593C843}"/>
              </a:ext>
            </a:extLst>
          </p:cNvPr>
          <p:cNvSpPr/>
          <p:nvPr/>
        </p:nvSpPr>
        <p:spPr bwMode="white">
          <a:xfrm flipV="1">
            <a:off x="94065" y="547411"/>
            <a:ext cx="11065548" cy="495702"/>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pic>
        <p:nvPicPr>
          <p:cNvPr id="16" name="Picture 15">
            <a:extLst>
              <a:ext uri="{FF2B5EF4-FFF2-40B4-BE49-F238E27FC236}">
                <a16:creationId xmlns:a16="http://schemas.microsoft.com/office/drawing/2014/main" id="{DC9D4F7B-5E39-0295-ED5A-809B50ABD826}"/>
              </a:ext>
            </a:extLst>
          </p:cNvPr>
          <p:cNvPicPr>
            <a:picLocks noChangeAspect="1"/>
          </p:cNvPicPr>
          <p:nvPr/>
        </p:nvPicPr>
        <p:blipFill>
          <a:blip r:embed="rId2"/>
          <a:stretch>
            <a:fillRect/>
          </a:stretch>
        </p:blipFill>
        <p:spPr>
          <a:xfrm>
            <a:off x="0" y="1219200"/>
            <a:ext cx="12192000" cy="5638799"/>
          </a:xfrm>
          <a:prstGeom prst="rect">
            <a:avLst/>
          </a:prstGeom>
        </p:spPr>
      </p:pic>
    </p:spTree>
    <p:extLst>
      <p:ext uri="{BB962C8B-B14F-4D97-AF65-F5344CB8AC3E}">
        <p14:creationId xmlns:p14="http://schemas.microsoft.com/office/powerpoint/2010/main" val="20867011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23742A4-75FC-E5CF-A5ED-78E27D9750DE}"/>
            </a:ext>
          </a:extLst>
        </p:cNvPr>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FA32C2FC-9614-5C32-A5D8-8969F5162459}"/>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l="5" r="5"/>
          <a:stretch/>
        </p:blipFill>
        <p:spPr>
          <a:xfrm>
            <a:off x="0" y="0"/>
            <a:ext cx="12012000" cy="6858000"/>
          </a:xfrm>
        </p:spPr>
      </p:pic>
      <p:sp>
        <p:nvSpPr>
          <p:cNvPr id="4" name="Text Placeholder 3">
            <a:extLst>
              <a:ext uri="{FF2B5EF4-FFF2-40B4-BE49-F238E27FC236}">
                <a16:creationId xmlns:a16="http://schemas.microsoft.com/office/drawing/2014/main" id="{CDCF0F27-17CE-E1F0-28D9-CE5BB6347E40}"/>
              </a:ext>
            </a:extLst>
          </p:cNvPr>
          <p:cNvSpPr>
            <a:spLocks noGrp="1"/>
          </p:cNvSpPr>
          <p:nvPr>
            <p:ph type="body" sz="quarter" idx="13"/>
          </p:nvPr>
        </p:nvSpPr>
        <p:spPr>
          <a:xfrm>
            <a:off x="462116" y="1"/>
            <a:ext cx="5889523" cy="4624603"/>
          </a:xfrm>
          <a:gradFill flip="none" rotWithShape="1">
            <a:gsLst>
              <a:gs pos="0">
                <a:schemeClr val="tx2">
                  <a:alpha val="0"/>
                </a:schemeClr>
              </a:gs>
              <a:gs pos="100000">
                <a:schemeClr val="accent2"/>
              </a:gs>
            </a:gsLst>
            <a:lin ang="10800000" scaled="1"/>
            <a:tileRect/>
          </a:gradFill>
        </p:spPr>
        <p:txBody>
          <a:bodyPr>
            <a:normAutofit fontScale="92500"/>
          </a:bodyPr>
          <a:lstStyle/>
          <a:p>
            <a:pPr marL="285750" indent="-285750">
              <a:buFont typeface="Arial" panose="020B0604020202020204" pitchFamily="34" charset="0"/>
              <a:buChar char="•"/>
            </a:pPr>
            <a:r>
              <a:rPr lang="en-US" sz="2800" b="1" dirty="0">
                <a:highlight>
                  <a:srgbClr val="000080"/>
                </a:highlight>
              </a:rPr>
              <a:t>Objective:</a:t>
            </a:r>
            <a:r>
              <a:rPr lang="en-US" sz="2800" b="1" dirty="0"/>
              <a:t> Objective: Identify ways in which hospital can better manage its resources.</a:t>
            </a:r>
          </a:p>
          <a:p>
            <a:pPr marL="285750" indent="-285750">
              <a:buFont typeface="Arial" panose="020B0604020202020204" pitchFamily="34" charset="0"/>
              <a:buChar char="•"/>
            </a:pPr>
            <a:endParaRPr lang="en-US" sz="2800" b="1" dirty="0"/>
          </a:p>
          <a:p>
            <a:pPr marL="285750" indent="-285750">
              <a:buFont typeface="Arial" panose="020B0604020202020204" pitchFamily="34" charset="0"/>
              <a:buChar char="•"/>
            </a:pPr>
            <a:r>
              <a:rPr lang="en-US" sz="2800" b="1" dirty="0">
                <a:highlight>
                  <a:srgbClr val="000080"/>
                </a:highlight>
              </a:rPr>
              <a:t>Analysis</a:t>
            </a:r>
            <a:r>
              <a:rPr lang="en-US" sz="2800" b="1" dirty="0"/>
              <a:t>: Identify time-series trends in admission type and suggest ways to improve the workload utilization of the hospital </a:t>
            </a:r>
          </a:p>
          <a:p>
            <a:pPr marL="285750" indent="-285750">
              <a:buFont typeface="Arial" panose="020B0604020202020204" pitchFamily="34" charset="0"/>
              <a:buChar char="•"/>
            </a:pPr>
            <a:endParaRPr lang="en-US" sz="1800" dirty="0"/>
          </a:p>
        </p:txBody>
      </p:sp>
      <p:sp>
        <p:nvSpPr>
          <p:cNvPr id="9" name="object 7" descr="Beige rectangle">
            <a:extLst>
              <a:ext uri="{FF2B5EF4-FFF2-40B4-BE49-F238E27FC236}">
                <a16:creationId xmlns:a16="http://schemas.microsoft.com/office/drawing/2014/main" id="{89A16679-EDAE-BD2A-3037-CA58858073C4}"/>
              </a:ext>
            </a:extLst>
          </p:cNvPr>
          <p:cNvSpPr/>
          <p:nvPr/>
        </p:nvSpPr>
        <p:spPr bwMode="white">
          <a:xfrm>
            <a:off x="1334462" y="1253495"/>
            <a:ext cx="5346477" cy="223002"/>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8" name="Rectangle 47">
            <a:extLst>
              <a:ext uri="{FF2B5EF4-FFF2-40B4-BE49-F238E27FC236}">
                <a16:creationId xmlns:a16="http://schemas.microsoft.com/office/drawing/2014/main" id="{F9F03AEE-27C4-E243-B5E7-8781E7EED0B1}"/>
              </a:ext>
              <a:ext uri="{C183D7F6-B498-43B3-948B-1728B52AA6E4}">
                <adec:decorative xmlns:adec="http://schemas.microsoft.com/office/drawing/2017/decorative" val="1"/>
              </a:ext>
            </a:extLst>
          </p:cNvPr>
          <p:cNvSpPr/>
          <p:nvPr/>
        </p:nvSpPr>
        <p:spPr>
          <a:xfrm>
            <a:off x="1588774" y="6015670"/>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a:extLst>
              <a:ext uri="{FF2B5EF4-FFF2-40B4-BE49-F238E27FC236}">
                <a16:creationId xmlns:a16="http://schemas.microsoft.com/office/drawing/2014/main" id="{0BA012FC-1755-3273-A703-872463E3C31E}"/>
              </a:ext>
            </a:extLst>
          </p:cNvPr>
          <p:cNvGrpSpPr/>
          <p:nvPr/>
        </p:nvGrpSpPr>
        <p:grpSpPr>
          <a:xfrm>
            <a:off x="767329" y="340643"/>
            <a:ext cx="906419" cy="906419"/>
            <a:chOff x="322085" y="3198674"/>
            <a:chExt cx="906419" cy="906419"/>
          </a:xfrm>
        </p:grpSpPr>
        <p:grpSp>
          <p:nvGrpSpPr>
            <p:cNvPr id="36" name="Group 35" descr="Icon Lightbulb">
              <a:extLst>
                <a:ext uri="{FF2B5EF4-FFF2-40B4-BE49-F238E27FC236}">
                  <a16:creationId xmlns:a16="http://schemas.microsoft.com/office/drawing/2014/main" id="{AEBE395E-3F14-26CA-B327-0F55878A3063}"/>
                </a:ext>
              </a:extLst>
            </p:cNvPr>
            <p:cNvGrpSpPr>
              <a:grpSpLocks noChangeAspect="1"/>
            </p:cNvGrpSpPr>
            <p:nvPr/>
          </p:nvGrpSpPr>
          <p:grpSpPr>
            <a:xfrm>
              <a:off x="594286" y="3341556"/>
              <a:ext cx="362015" cy="584795"/>
              <a:chOff x="1684741" y="3186732"/>
              <a:chExt cx="530027" cy="856197"/>
            </a:xfrm>
          </p:grpSpPr>
          <p:sp>
            <p:nvSpPr>
              <p:cNvPr id="32" name="Freeform: Shape 31">
                <a:extLst>
                  <a:ext uri="{FF2B5EF4-FFF2-40B4-BE49-F238E27FC236}">
                    <a16:creationId xmlns:a16="http://schemas.microsoft.com/office/drawing/2014/main" id="{B78BB628-3EE1-8501-3686-DC45D35685E8}"/>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EDB91A70-80D5-5BB5-DA13-1A31759C6F72}"/>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AF75279F-26ED-2A1B-79C5-EAF267B225DE}"/>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E83E9A5A-C0C1-0AFE-D5C1-83D08A21F733}"/>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1AAB24E2-B395-FA4A-782C-EBED729FF2F6}"/>
                </a:ext>
                <a:ext uri="{C183D7F6-B498-43B3-948B-1728B52AA6E4}">
                  <adec:decorative xmlns:adec="http://schemas.microsoft.com/office/drawing/2017/decorative" val="1"/>
                </a:ext>
              </a:extLst>
            </p:cNvPr>
            <p:cNvGrpSpPr>
              <a:grpSpLocks noChangeAspect="1"/>
            </p:cNvGrpSpPr>
            <p:nvPr/>
          </p:nvGrpSpPr>
          <p:grpSpPr>
            <a:xfrm>
              <a:off x="322085" y="3198674"/>
              <a:ext cx="906419" cy="906419"/>
              <a:chOff x="5482999" y="1607028"/>
              <a:chExt cx="1200866" cy="1200866"/>
            </a:xfrm>
          </p:grpSpPr>
          <p:sp>
            <p:nvSpPr>
              <p:cNvPr id="16" name="Rectangle 15">
                <a:extLst>
                  <a:ext uri="{FF2B5EF4-FFF2-40B4-BE49-F238E27FC236}">
                    <a16:creationId xmlns:a16="http://schemas.microsoft.com/office/drawing/2014/main" id="{3B429C1F-ED23-7B5F-BCAC-01DFACFE5AF4}"/>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B7FABE8-945F-21DC-8212-541BFF0A6AD6}"/>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1" name="TextBox 10">
            <a:extLst>
              <a:ext uri="{FF2B5EF4-FFF2-40B4-BE49-F238E27FC236}">
                <a16:creationId xmlns:a16="http://schemas.microsoft.com/office/drawing/2014/main" id="{EB042B00-66E9-4845-FFB8-0AD53EE0FA6E}"/>
              </a:ext>
            </a:extLst>
          </p:cNvPr>
          <p:cNvSpPr txBox="1"/>
          <p:nvPr/>
        </p:nvSpPr>
        <p:spPr>
          <a:xfrm>
            <a:off x="1717255" y="147521"/>
            <a:ext cx="4634383" cy="1107996"/>
          </a:xfrm>
          <a:prstGeom prst="rect">
            <a:avLst/>
          </a:prstGeom>
          <a:noFill/>
        </p:spPr>
        <p:txBody>
          <a:bodyPr wrap="square" rtlCol="0">
            <a:spAutoFit/>
          </a:bodyPr>
          <a:lstStyle/>
          <a:p>
            <a:pPr algn="ctr"/>
            <a:r>
              <a:rPr lang="en-US" sz="2200" b="1" u="sng" dirty="0">
                <a:solidFill>
                  <a:srgbClr val="C00000"/>
                </a:solidFill>
                <a:highlight>
                  <a:srgbClr val="00FFFF"/>
                </a:highlight>
              </a:rPr>
              <a:t>III – Hospital Resource Management based on Admission Information</a:t>
            </a:r>
          </a:p>
        </p:txBody>
      </p:sp>
    </p:spTree>
    <p:extLst>
      <p:ext uri="{BB962C8B-B14F-4D97-AF65-F5344CB8AC3E}">
        <p14:creationId xmlns:p14="http://schemas.microsoft.com/office/powerpoint/2010/main" val="29290558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ircle(in)">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 calcmode="lin" valueType="num">
                                      <p:cBhvr additive="base">
                                        <p:cTn id="26" dur="500"/>
                                        <p:tgtEl>
                                          <p:spTgt spid="4">
                                            <p:txEl>
                                              <p:pRg st="0" end="0"/>
                                            </p:txEl>
                                          </p:spTgt>
                                        </p:tgtEl>
                                        <p:attrNameLst>
                                          <p:attrName>ppt_y</p:attrName>
                                        </p:attrNameLst>
                                      </p:cBhvr>
                                      <p:tavLst>
                                        <p:tav tm="0">
                                          <p:val>
                                            <p:strVal val="#ppt_y+#ppt_h*1.125000"/>
                                          </p:val>
                                        </p:tav>
                                        <p:tav tm="100000">
                                          <p:val>
                                            <p:strVal val="#ppt_y"/>
                                          </p:val>
                                        </p:tav>
                                      </p:tavLst>
                                    </p:anim>
                                    <p:animEffect transition="in" filter="wipe(up)">
                                      <p:cBhvr>
                                        <p:cTn id="27" dur="500"/>
                                        <p:tgtEl>
                                          <p:spTgt spid="4">
                                            <p:txEl>
                                              <p:pRg st="0" end="0"/>
                                            </p:txEl>
                                          </p:spTgt>
                                        </p:tgtEl>
                                      </p:cBhvr>
                                    </p:animEffect>
                                  </p:childTnLst>
                                </p:cTn>
                              </p:par>
                              <p:par>
                                <p:cTn id="28" presetID="12" presetClass="entr" presetSubtype="4" fill="hold" nodeType="with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 calcmode="lin" valueType="num">
                                      <p:cBhvr additive="base">
                                        <p:cTn id="30" dur="500"/>
                                        <p:tgtEl>
                                          <p:spTgt spid="4">
                                            <p:txEl>
                                              <p:pRg st="2" end="2"/>
                                            </p:txEl>
                                          </p:spTgt>
                                        </p:tgtEl>
                                        <p:attrNameLst>
                                          <p:attrName>ppt_y</p:attrName>
                                        </p:attrNameLst>
                                      </p:cBhvr>
                                      <p:tavLst>
                                        <p:tav tm="0">
                                          <p:val>
                                            <p:strVal val="#ppt_y+#ppt_h*1.125000"/>
                                          </p:val>
                                        </p:tav>
                                        <p:tav tm="100000">
                                          <p:val>
                                            <p:strVal val="#ppt_y"/>
                                          </p:val>
                                        </p:tav>
                                      </p:tavLst>
                                    </p:anim>
                                    <p:animEffect transition="in" filter="wipe(up)">
                                      <p:cBhvr>
                                        <p:cTn id="3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Group of people in a science lab working">
            <a:extLst>
              <a:ext uri="{FF2B5EF4-FFF2-40B4-BE49-F238E27FC236}">
                <a16:creationId xmlns:a16="http://schemas.microsoft.com/office/drawing/2014/main" id="{634673D1-FDF8-445C-9EC3-CEE2865DFD8A}"/>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t="2" b="2"/>
          <a:stretch>
            <a:fillRect/>
          </a:stretch>
        </p:blipFill>
        <p:spPr/>
      </p:pic>
      <p:sp>
        <p:nvSpPr>
          <p:cNvPr id="3" name="Title 2">
            <a:extLst>
              <a:ext uri="{FF2B5EF4-FFF2-40B4-BE49-F238E27FC236}">
                <a16:creationId xmlns:a16="http://schemas.microsoft.com/office/drawing/2014/main" id="{8AD0FB06-2085-443B-B5B7-9CF837FCEA61}"/>
              </a:ext>
            </a:extLst>
          </p:cNvPr>
          <p:cNvSpPr>
            <a:spLocks noGrp="1"/>
          </p:cNvSpPr>
          <p:nvPr>
            <p:ph type="title"/>
          </p:nvPr>
        </p:nvSpPr>
        <p:spPr>
          <a:xfrm>
            <a:off x="288045" y="241290"/>
            <a:ext cx="7560000" cy="427018"/>
          </a:xfrm>
        </p:spPr>
        <p:txBody>
          <a:bodyPr>
            <a:normAutofit fontScale="90000"/>
          </a:bodyPr>
          <a:lstStyle/>
          <a:p>
            <a:r>
              <a:rPr lang="en-US" b="1" dirty="0">
                <a:solidFill>
                  <a:schemeClr val="accent6">
                    <a:lumMod val="50000"/>
                  </a:schemeClr>
                </a:solidFill>
              </a:rPr>
              <a:t> Month  wise medical conditions</a:t>
            </a:r>
          </a:p>
        </p:txBody>
      </p:sp>
      <p:sp>
        <p:nvSpPr>
          <p:cNvPr id="4" name="Slide Number Placeholder 3">
            <a:extLst>
              <a:ext uri="{FF2B5EF4-FFF2-40B4-BE49-F238E27FC236}">
                <a16:creationId xmlns:a16="http://schemas.microsoft.com/office/drawing/2014/main" id="{3B609C69-D3CD-4837-8831-CFA5A72454EF}"/>
              </a:ext>
            </a:extLst>
          </p:cNvPr>
          <p:cNvSpPr>
            <a:spLocks noGrp="1"/>
          </p:cNvSpPr>
          <p:nvPr>
            <p:ph type="sldNum" sz="quarter" idx="11"/>
          </p:nvPr>
        </p:nvSpPr>
        <p:spPr/>
        <p:txBody>
          <a:bodyPr/>
          <a:lstStyle/>
          <a:p>
            <a:fld id="{EECC7194-A4D0-457B-9D3E-53681723AFF7}" type="slidenum">
              <a:rPr lang="en-US" smtClean="0"/>
              <a:pPr/>
              <a:t>12</a:t>
            </a:fld>
            <a:endParaRPr lang="en-US" dirty="0"/>
          </a:p>
        </p:txBody>
      </p:sp>
      <p:sp>
        <p:nvSpPr>
          <p:cNvPr id="9" name="object 7" descr="Beige rectangle">
            <a:extLst>
              <a:ext uri="{FF2B5EF4-FFF2-40B4-BE49-F238E27FC236}">
                <a16:creationId xmlns:a16="http://schemas.microsoft.com/office/drawing/2014/main" id="{C18D4C80-3351-4CE2-81E2-859CB0ED6E33}"/>
              </a:ext>
            </a:extLst>
          </p:cNvPr>
          <p:cNvSpPr/>
          <p:nvPr/>
        </p:nvSpPr>
        <p:spPr bwMode="white">
          <a:xfrm flipV="1">
            <a:off x="288045" y="693650"/>
            <a:ext cx="7449942" cy="62181"/>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cxnSp>
        <p:nvCxnSpPr>
          <p:cNvPr id="139" name="Straight Connector 138" title="callout lines">
            <a:extLst>
              <a:ext uri="{FF2B5EF4-FFF2-40B4-BE49-F238E27FC236}">
                <a16:creationId xmlns:a16="http://schemas.microsoft.com/office/drawing/2014/main" id="{114AC9AF-CFF1-4C63-B916-ABE1741B46CB}"/>
              </a:ext>
            </a:extLst>
          </p:cNvPr>
          <p:cNvCxnSpPr>
            <a:cxnSpLocks/>
          </p:cNvCxnSpPr>
          <p:nvPr/>
        </p:nvCxnSpPr>
        <p:spPr>
          <a:xfrm>
            <a:off x="2083785" y="4282394"/>
            <a:ext cx="0" cy="831171"/>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63" name="Straight Connector 162" title="callout lines">
            <a:extLst>
              <a:ext uri="{FF2B5EF4-FFF2-40B4-BE49-F238E27FC236}">
                <a16:creationId xmlns:a16="http://schemas.microsoft.com/office/drawing/2014/main" id="{77C3D6FC-42F8-4C85-AE3B-9DE302578524}"/>
              </a:ext>
            </a:extLst>
          </p:cNvPr>
          <p:cNvCxnSpPr>
            <a:cxnSpLocks/>
          </p:cNvCxnSpPr>
          <p:nvPr/>
        </p:nvCxnSpPr>
        <p:spPr>
          <a:xfrm>
            <a:off x="4227681" y="3970273"/>
            <a:ext cx="0" cy="1143293"/>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7" name="Straight Connector 186" title="callout lines">
            <a:extLst>
              <a:ext uri="{FF2B5EF4-FFF2-40B4-BE49-F238E27FC236}">
                <a16:creationId xmlns:a16="http://schemas.microsoft.com/office/drawing/2014/main" id="{096D941C-A53D-4F6F-A7C7-C349BDF27650}"/>
              </a:ext>
            </a:extLst>
          </p:cNvPr>
          <p:cNvCxnSpPr>
            <a:cxnSpLocks/>
          </p:cNvCxnSpPr>
          <p:nvPr/>
        </p:nvCxnSpPr>
        <p:spPr>
          <a:xfrm>
            <a:off x="6363336" y="3530517"/>
            <a:ext cx="0" cy="1586793"/>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0" name="Straight Connector 219" title="callout lines">
            <a:extLst>
              <a:ext uri="{FF2B5EF4-FFF2-40B4-BE49-F238E27FC236}">
                <a16:creationId xmlns:a16="http://schemas.microsoft.com/office/drawing/2014/main" id="{6D3CBD92-3FC6-4065-B640-0EC5D3E27154}"/>
              </a:ext>
            </a:extLst>
          </p:cNvPr>
          <p:cNvCxnSpPr>
            <a:cxnSpLocks/>
          </p:cNvCxnSpPr>
          <p:nvPr/>
        </p:nvCxnSpPr>
        <p:spPr>
          <a:xfrm>
            <a:off x="8503111" y="1864146"/>
            <a:ext cx="0" cy="3253164"/>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24" name="Rectangle: Rounded Corners 223" title="Milestone Graphic">
            <a:extLst>
              <a:ext uri="{FF2B5EF4-FFF2-40B4-BE49-F238E27FC236}">
                <a16:creationId xmlns:a16="http://schemas.microsoft.com/office/drawing/2014/main" id="{32C6C159-36D9-466C-9746-BC4CCA0D7E56}"/>
              </a:ext>
            </a:extLst>
          </p:cNvPr>
          <p:cNvSpPr/>
          <p:nvPr/>
        </p:nvSpPr>
        <p:spPr>
          <a:xfrm>
            <a:off x="8415660" y="1667275"/>
            <a:ext cx="1157332" cy="124893"/>
          </a:xfrm>
          <a:prstGeom prst="roundRect">
            <a:avLst>
              <a:gd name="adj" fmla="val 50000"/>
            </a:avLst>
          </a:pr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endParaRPr>
          </a:p>
        </p:txBody>
      </p:sp>
      <p:cxnSp>
        <p:nvCxnSpPr>
          <p:cNvPr id="237" name="Straight Connector 236" descr="Time line">
            <a:extLst>
              <a:ext uri="{FF2B5EF4-FFF2-40B4-BE49-F238E27FC236}">
                <a16:creationId xmlns:a16="http://schemas.microsoft.com/office/drawing/2014/main" id="{E47E492C-0FED-4F4E-92CE-B73CAD58C94B}"/>
              </a:ext>
            </a:extLst>
          </p:cNvPr>
          <p:cNvCxnSpPr>
            <a:cxnSpLocks/>
          </p:cNvCxnSpPr>
          <p:nvPr/>
        </p:nvCxnSpPr>
        <p:spPr>
          <a:xfrm flipH="1">
            <a:off x="2113823" y="5297160"/>
            <a:ext cx="8622102" cy="0"/>
          </a:xfrm>
          <a:prstGeom prst="line">
            <a:avLst/>
          </a:prstGeom>
          <a:ln w="15875" cmpd="sng">
            <a:solidFill>
              <a:schemeClr val="bg1">
                <a:alpha val="2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223" name="Graphic 222" descr="Flag">
            <a:extLst>
              <a:ext uri="{FF2B5EF4-FFF2-40B4-BE49-F238E27FC236}">
                <a16:creationId xmlns:a16="http://schemas.microsoft.com/office/drawing/2014/main" id="{99DF536C-80BD-47E2-AE13-8108B01CBB5A}"/>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33525" t="18748" r="17129" b="44918"/>
          <a:stretch/>
        </p:blipFill>
        <p:spPr>
          <a:xfrm flipH="1">
            <a:off x="7902784" y="1056443"/>
            <a:ext cx="474099" cy="349077"/>
          </a:xfrm>
          <a:prstGeom prst="rect">
            <a:avLst/>
          </a:prstGeom>
        </p:spPr>
      </p:pic>
      <p:sp>
        <p:nvSpPr>
          <p:cNvPr id="242" name="Graphic 224" descr="Icon Checked">
            <a:extLst>
              <a:ext uri="{FF2B5EF4-FFF2-40B4-BE49-F238E27FC236}">
                <a16:creationId xmlns:a16="http://schemas.microsoft.com/office/drawing/2014/main" id="{3C1D5D02-096E-4AC5-8F00-E5C0CE9BE9E5}"/>
              </a:ext>
            </a:extLst>
          </p:cNvPr>
          <p:cNvSpPr/>
          <p:nvPr/>
        </p:nvSpPr>
        <p:spPr>
          <a:xfrm>
            <a:off x="8169480" y="1212602"/>
            <a:ext cx="130251" cy="93072"/>
          </a:xfrm>
          <a:custGeom>
            <a:avLst/>
            <a:gdLst>
              <a:gd name="connsiteX0" fmla="*/ 23512 w 130250"/>
              <a:gd name="connsiteY0" fmla="*/ 46596 h 93071"/>
              <a:gd name="connsiteX1" fmla="*/ 5299 w 130250"/>
              <a:gd name="connsiteY1" fmla="*/ 44770 h 93071"/>
              <a:gd name="connsiteX2" fmla="*/ 2540 w 130250"/>
              <a:gd name="connsiteY2" fmla="*/ 56820 h 93071"/>
              <a:gd name="connsiteX3" fmla="*/ 39010 w 130250"/>
              <a:gd name="connsiteY3" fmla="*/ 89567 h 93071"/>
              <a:gd name="connsiteX4" fmla="*/ 60710 w 130250"/>
              <a:gd name="connsiteY4" fmla="*/ 88839 h 93071"/>
              <a:gd name="connsiteX5" fmla="*/ 128440 w 130250"/>
              <a:gd name="connsiteY5" fmla="*/ 13003 h 93071"/>
              <a:gd name="connsiteX6" fmla="*/ 123853 w 130250"/>
              <a:gd name="connsiteY6" fmla="*/ 1200 h 93071"/>
              <a:gd name="connsiteX7" fmla="*/ 106013 w 130250"/>
              <a:gd name="connsiteY7" fmla="*/ 4235 h 93071"/>
              <a:gd name="connsiteX8" fmla="*/ 48300 w 130250"/>
              <a:gd name="connsiteY8" fmla="*/ 68854 h 93071"/>
              <a:gd name="connsiteX9" fmla="*/ 23512 w 130250"/>
              <a:gd name="connsiteY9" fmla="*/ 46596 h 9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250" h="93071">
                <a:moveTo>
                  <a:pt x="23512" y="46596"/>
                </a:moveTo>
                <a:cubicBezTo>
                  <a:pt x="19245" y="42764"/>
                  <a:pt x="11091" y="41947"/>
                  <a:pt x="5299" y="44770"/>
                </a:cubicBezTo>
                <a:cubicBezTo>
                  <a:pt x="-492" y="47593"/>
                  <a:pt x="-1727" y="52988"/>
                  <a:pt x="2540" y="56820"/>
                </a:cubicBezTo>
                <a:lnTo>
                  <a:pt x="39010" y="89567"/>
                </a:lnTo>
                <a:cubicBezTo>
                  <a:pt x="44548" y="94540"/>
                  <a:pt x="55961" y="94157"/>
                  <a:pt x="60710" y="88839"/>
                </a:cubicBezTo>
                <a:lnTo>
                  <a:pt x="128440" y="13003"/>
                </a:lnTo>
                <a:cubicBezTo>
                  <a:pt x="132100" y="8905"/>
                  <a:pt x="130046" y="3621"/>
                  <a:pt x="123853" y="1200"/>
                </a:cubicBezTo>
                <a:cubicBezTo>
                  <a:pt x="117660" y="-1221"/>
                  <a:pt x="109673" y="137"/>
                  <a:pt x="106013" y="4235"/>
                </a:cubicBezTo>
                <a:lnTo>
                  <a:pt x="48300" y="68854"/>
                </a:lnTo>
                <a:lnTo>
                  <a:pt x="23512" y="46596"/>
                </a:lnTo>
                <a:close/>
              </a:path>
            </a:pathLst>
          </a:custGeom>
          <a:solidFill>
            <a:schemeClr val="tx1"/>
          </a:solidFill>
          <a:ln w="2953" cap="flat">
            <a:noFill/>
            <a:prstDash val="solid"/>
            <a:miter/>
          </a:ln>
        </p:spPr>
        <p:txBody>
          <a:bodyPr rtlCol="0" anchor="ctr"/>
          <a:lstStyle/>
          <a:p>
            <a:endParaRPr lang="en-US" dirty="0"/>
          </a:p>
        </p:txBody>
      </p:sp>
      <p:sp>
        <p:nvSpPr>
          <p:cNvPr id="245" name="Graphic 239" descr="Icon Checked">
            <a:extLst>
              <a:ext uri="{FF2B5EF4-FFF2-40B4-BE49-F238E27FC236}">
                <a16:creationId xmlns:a16="http://schemas.microsoft.com/office/drawing/2014/main" id="{89E342D8-EF35-4500-811D-022F0C5750D0}"/>
              </a:ext>
            </a:extLst>
          </p:cNvPr>
          <p:cNvSpPr/>
          <p:nvPr/>
        </p:nvSpPr>
        <p:spPr>
          <a:xfrm>
            <a:off x="4068045" y="3134082"/>
            <a:ext cx="80876" cy="57790"/>
          </a:xfrm>
          <a:custGeom>
            <a:avLst/>
            <a:gdLst>
              <a:gd name="connsiteX0" fmla="*/ 14599 w 80875"/>
              <a:gd name="connsiteY0" fmla="*/ 28932 h 57790"/>
              <a:gd name="connsiteX1" fmla="*/ 3291 w 80875"/>
              <a:gd name="connsiteY1" fmla="*/ 27799 h 57790"/>
              <a:gd name="connsiteX2" fmla="*/ 1577 w 80875"/>
              <a:gd name="connsiteY2" fmla="*/ 35281 h 57790"/>
              <a:gd name="connsiteX3" fmla="*/ 24222 w 80875"/>
              <a:gd name="connsiteY3" fmla="*/ 55614 h 57790"/>
              <a:gd name="connsiteX4" fmla="*/ 37696 w 80875"/>
              <a:gd name="connsiteY4" fmla="*/ 55162 h 57790"/>
              <a:gd name="connsiteX5" fmla="*/ 79751 w 80875"/>
              <a:gd name="connsiteY5" fmla="*/ 8074 h 57790"/>
              <a:gd name="connsiteX6" fmla="*/ 76903 w 80875"/>
              <a:gd name="connsiteY6" fmla="*/ 745 h 57790"/>
              <a:gd name="connsiteX7" fmla="*/ 65826 w 80875"/>
              <a:gd name="connsiteY7" fmla="*/ 2630 h 57790"/>
              <a:gd name="connsiteX8" fmla="*/ 29991 w 80875"/>
              <a:gd name="connsiteY8" fmla="*/ 42753 h 57790"/>
              <a:gd name="connsiteX9" fmla="*/ 14599 w 80875"/>
              <a:gd name="connsiteY9" fmla="*/ 28932 h 5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75" h="57790">
                <a:moveTo>
                  <a:pt x="14599" y="28932"/>
                </a:moveTo>
                <a:cubicBezTo>
                  <a:pt x="11949" y="26553"/>
                  <a:pt x="6887" y="26046"/>
                  <a:pt x="3291" y="27799"/>
                </a:cubicBezTo>
                <a:cubicBezTo>
                  <a:pt x="-305" y="29552"/>
                  <a:pt x="-1073" y="32901"/>
                  <a:pt x="1577" y="35281"/>
                </a:cubicBezTo>
                <a:lnTo>
                  <a:pt x="24222" y="55614"/>
                </a:lnTo>
                <a:cubicBezTo>
                  <a:pt x="27661" y="58702"/>
                  <a:pt x="34747" y="58464"/>
                  <a:pt x="37696" y="55162"/>
                </a:cubicBezTo>
                <a:lnTo>
                  <a:pt x="79751" y="8074"/>
                </a:lnTo>
                <a:cubicBezTo>
                  <a:pt x="82024" y="5530"/>
                  <a:pt x="80749" y="2248"/>
                  <a:pt x="76903" y="745"/>
                </a:cubicBezTo>
                <a:cubicBezTo>
                  <a:pt x="73058" y="-758"/>
                  <a:pt x="68098" y="85"/>
                  <a:pt x="65826" y="2630"/>
                </a:cubicBezTo>
                <a:lnTo>
                  <a:pt x="29991" y="42753"/>
                </a:lnTo>
                <a:lnTo>
                  <a:pt x="14599" y="28932"/>
                </a:lnTo>
                <a:close/>
              </a:path>
            </a:pathLst>
          </a:custGeom>
          <a:solidFill>
            <a:schemeClr val="bg1"/>
          </a:solidFill>
          <a:ln w="1810" cap="flat">
            <a:noFill/>
            <a:prstDash val="solid"/>
            <a:miter/>
          </a:ln>
        </p:spPr>
        <p:txBody>
          <a:bodyPr rtlCol="0" anchor="ctr"/>
          <a:lstStyle/>
          <a:p>
            <a:endParaRPr lang="en-US" dirty="0"/>
          </a:p>
        </p:txBody>
      </p:sp>
      <p:pic>
        <p:nvPicPr>
          <p:cNvPr id="11" name="Picture 10">
            <a:extLst>
              <a:ext uri="{FF2B5EF4-FFF2-40B4-BE49-F238E27FC236}">
                <a16:creationId xmlns:a16="http://schemas.microsoft.com/office/drawing/2014/main" id="{69E37ED0-ADAE-3C01-998C-4FE3E4BE6A94}"/>
              </a:ext>
            </a:extLst>
          </p:cNvPr>
          <p:cNvPicPr>
            <a:picLocks noChangeAspect="1"/>
          </p:cNvPicPr>
          <p:nvPr/>
        </p:nvPicPr>
        <p:blipFill>
          <a:blip r:embed="rId4"/>
          <a:stretch>
            <a:fillRect/>
          </a:stretch>
        </p:blipFill>
        <p:spPr>
          <a:xfrm>
            <a:off x="71121" y="853706"/>
            <a:ext cx="11832001" cy="3091224"/>
          </a:xfrm>
          <a:prstGeom prst="rect">
            <a:avLst/>
          </a:prstGeom>
        </p:spPr>
      </p:pic>
      <p:pic>
        <p:nvPicPr>
          <p:cNvPr id="5" name="Picture 4">
            <a:extLst>
              <a:ext uri="{FF2B5EF4-FFF2-40B4-BE49-F238E27FC236}">
                <a16:creationId xmlns:a16="http://schemas.microsoft.com/office/drawing/2014/main" id="{0F5C05C3-5A84-1904-EDB4-F442B23F2892}"/>
              </a:ext>
            </a:extLst>
          </p:cNvPr>
          <p:cNvPicPr>
            <a:picLocks noChangeAspect="1"/>
          </p:cNvPicPr>
          <p:nvPr/>
        </p:nvPicPr>
        <p:blipFill>
          <a:blip r:embed="rId5"/>
          <a:stretch>
            <a:fillRect/>
          </a:stretch>
        </p:blipFill>
        <p:spPr>
          <a:xfrm>
            <a:off x="0" y="3944930"/>
            <a:ext cx="11911381" cy="2887109"/>
          </a:xfrm>
          <a:prstGeom prst="rect">
            <a:avLst/>
          </a:prstGeom>
        </p:spPr>
      </p:pic>
    </p:spTree>
    <p:extLst>
      <p:ext uri="{BB962C8B-B14F-4D97-AF65-F5344CB8AC3E}">
        <p14:creationId xmlns:p14="http://schemas.microsoft.com/office/powerpoint/2010/main" val="32978237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843FF-9BD2-79E7-C3EF-5F461B71730D}"/>
            </a:ext>
          </a:extLst>
        </p:cNvPr>
        <p:cNvGrpSpPr/>
        <p:nvPr/>
      </p:nvGrpSpPr>
      <p:grpSpPr>
        <a:xfrm>
          <a:off x="0" y="0"/>
          <a:ext cx="0" cy="0"/>
          <a:chOff x="0" y="0"/>
          <a:chExt cx="0" cy="0"/>
        </a:xfrm>
      </p:grpSpPr>
      <p:pic>
        <p:nvPicPr>
          <p:cNvPr id="7" name="Picture Placeholder 6" descr="Group of people in a science lab working">
            <a:extLst>
              <a:ext uri="{FF2B5EF4-FFF2-40B4-BE49-F238E27FC236}">
                <a16:creationId xmlns:a16="http://schemas.microsoft.com/office/drawing/2014/main" id="{AEB8A0A7-C856-AC8C-AE31-8C4DD17D2E2F}"/>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t="2" b="2"/>
          <a:stretch>
            <a:fillRect/>
          </a:stretch>
        </p:blipFill>
        <p:spPr>
          <a:xfrm>
            <a:off x="0" y="24193"/>
            <a:ext cx="12152564" cy="6668838"/>
          </a:xfrm>
        </p:spPr>
      </p:pic>
      <p:sp>
        <p:nvSpPr>
          <p:cNvPr id="3" name="Title 2">
            <a:extLst>
              <a:ext uri="{FF2B5EF4-FFF2-40B4-BE49-F238E27FC236}">
                <a16:creationId xmlns:a16="http://schemas.microsoft.com/office/drawing/2014/main" id="{CDA0E5A0-466B-D96B-F988-C5DD70E60F96}"/>
              </a:ext>
            </a:extLst>
          </p:cNvPr>
          <p:cNvSpPr>
            <a:spLocks noGrp="1"/>
          </p:cNvSpPr>
          <p:nvPr>
            <p:ph type="title"/>
          </p:nvPr>
        </p:nvSpPr>
        <p:spPr>
          <a:xfrm>
            <a:off x="140564" y="130348"/>
            <a:ext cx="7560000" cy="360000"/>
          </a:xfrm>
        </p:spPr>
        <p:txBody>
          <a:bodyPr>
            <a:normAutofit fontScale="90000"/>
          </a:bodyPr>
          <a:lstStyle/>
          <a:p>
            <a:r>
              <a:rPr lang="en-US" b="1" dirty="0">
                <a:solidFill>
                  <a:srgbClr val="0070C0"/>
                </a:solidFill>
              </a:rPr>
              <a:t> Month  wise medical conditions</a:t>
            </a:r>
          </a:p>
        </p:txBody>
      </p:sp>
      <p:sp>
        <p:nvSpPr>
          <p:cNvPr id="4" name="Slide Number Placeholder 3">
            <a:extLst>
              <a:ext uri="{FF2B5EF4-FFF2-40B4-BE49-F238E27FC236}">
                <a16:creationId xmlns:a16="http://schemas.microsoft.com/office/drawing/2014/main" id="{DB5FF10A-6E14-14E7-BB4C-114A97E2BD45}"/>
              </a:ext>
            </a:extLst>
          </p:cNvPr>
          <p:cNvSpPr>
            <a:spLocks noGrp="1"/>
          </p:cNvSpPr>
          <p:nvPr>
            <p:ph type="sldNum" sz="quarter" idx="11"/>
          </p:nvPr>
        </p:nvSpPr>
        <p:spPr/>
        <p:txBody>
          <a:bodyPr/>
          <a:lstStyle/>
          <a:p>
            <a:fld id="{EECC7194-A4D0-457B-9D3E-53681723AFF7}" type="slidenum">
              <a:rPr lang="en-US" smtClean="0"/>
              <a:pPr/>
              <a:t>13</a:t>
            </a:fld>
            <a:endParaRPr lang="en-US" dirty="0"/>
          </a:p>
        </p:txBody>
      </p:sp>
      <p:sp>
        <p:nvSpPr>
          <p:cNvPr id="9" name="object 7" descr="Beige rectangle">
            <a:extLst>
              <a:ext uri="{FF2B5EF4-FFF2-40B4-BE49-F238E27FC236}">
                <a16:creationId xmlns:a16="http://schemas.microsoft.com/office/drawing/2014/main" id="{46E41891-E947-0439-0BE0-947D5C688D90}"/>
              </a:ext>
            </a:extLst>
          </p:cNvPr>
          <p:cNvSpPr/>
          <p:nvPr/>
        </p:nvSpPr>
        <p:spPr bwMode="white">
          <a:xfrm flipV="1">
            <a:off x="288045" y="526504"/>
            <a:ext cx="7449942" cy="62181"/>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cxnSp>
        <p:nvCxnSpPr>
          <p:cNvPr id="139" name="Straight Connector 138" title="callout lines">
            <a:extLst>
              <a:ext uri="{FF2B5EF4-FFF2-40B4-BE49-F238E27FC236}">
                <a16:creationId xmlns:a16="http://schemas.microsoft.com/office/drawing/2014/main" id="{5D4EF1EC-3AC5-01B9-2E0B-ABFBC16CD039}"/>
              </a:ext>
            </a:extLst>
          </p:cNvPr>
          <p:cNvCxnSpPr>
            <a:cxnSpLocks/>
          </p:cNvCxnSpPr>
          <p:nvPr/>
        </p:nvCxnSpPr>
        <p:spPr>
          <a:xfrm>
            <a:off x="2083785" y="4282394"/>
            <a:ext cx="0" cy="831171"/>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63" name="Straight Connector 162" title="callout lines">
            <a:extLst>
              <a:ext uri="{FF2B5EF4-FFF2-40B4-BE49-F238E27FC236}">
                <a16:creationId xmlns:a16="http://schemas.microsoft.com/office/drawing/2014/main" id="{4A87B890-1BE4-15C0-53B9-726781F7B556}"/>
              </a:ext>
            </a:extLst>
          </p:cNvPr>
          <p:cNvCxnSpPr>
            <a:cxnSpLocks/>
          </p:cNvCxnSpPr>
          <p:nvPr/>
        </p:nvCxnSpPr>
        <p:spPr>
          <a:xfrm>
            <a:off x="4227681" y="3970273"/>
            <a:ext cx="0" cy="1143293"/>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7" name="Straight Connector 186" title="callout lines">
            <a:extLst>
              <a:ext uri="{FF2B5EF4-FFF2-40B4-BE49-F238E27FC236}">
                <a16:creationId xmlns:a16="http://schemas.microsoft.com/office/drawing/2014/main" id="{A857384A-8409-84A8-6D6E-7395F38D509B}"/>
              </a:ext>
            </a:extLst>
          </p:cNvPr>
          <p:cNvCxnSpPr>
            <a:cxnSpLocks/>
          </p:cNvCxnSpPr>
          <p:nvPr/>
        </p:nvCxnSpPr>
        <p:spPr>
          <a:xfrm>
            <a:off x="6363336" y="3530517"/>
            <a:ext cx="0" cy="1586793"/>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0" name="Straight Connector 219" title="callout lines">
            <a:extLst>
              <a:ext uri="{FF2B5EF4-FFF2-40B4-BE49-F238E27FC236}">
                <a16:creationId xmlns:a16="http://schemas.microsoft.com/office/drawing/2014/main" id="{B7405372-D6DB-9A60-3DB9-D66AC9D6B6B4}"/>
              </a:ext>
            </a:extLst>
          </p:cNvPr>
          <p:cNvCxnSpPr>
            <a:cxnSpLocks/>
          </p:cNvCxnSpPr>
          <p:nvPr/>
        </p:nvCxnSpPr>
        <p:spPr>
          <a:xfrm>
            <a:off x="8503111" y="1864146"/>
            <a:ext cx="0" cy="3253164"/>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24" name="Rectangle: Rounded Corners 223" title="Milestone Graphic">
            <a:extLst>
              <a:ext uri="{FF2B5EF4-FFF2-40B4-BE49-F238E27FC236}">
                <a16:creationId xmlns:a16="http://schemas.microsoft.com/office/drawing/2014/main" id="{9E3B7A9E-5B31-DAB5-3E71-BB6F23FC07FE}"/>
              </a:ext>
            </a:extLst>
          </p:cNvPr>
          <p:cNvSpPr/>
          <p:nvPr/>
        </p:nvSpPr>
        <p:spPr>
          <a:xfrm>
            <a:off x="8415660" y="1667275"/>
            <a:ext cx="1157332" cy="124893"/>
          </a:xfrm>
          <a:prstGeom prst="roundRect">
            <a:avLst>
              <a:gd name="adj" fmla="val 50000"/>
            </a:avLst>
          </a:pr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85000"/>
                </a:schemeClr>
              </a:solidFill>
            </a:endParaRPr>
          </a:p>
        </p:txBody>
      </p:sp>
      <p:cxnSp>
        <p:nvCxnSpPr>
          <p:cNvPr id="237" name="Straight Connector 236" descr="Time line">
            <a:extLst>
              <a:ext uri="{FF2B5EF4-FFF2-40B4-BE49-F238E27FC236}">
                <a16:creationId xmlns:a16="http://schemas.microsoft.com/office/drawing/2014/main" id="{A433219F-48D1-7084-AC88-DBF94C74AE44}"/>
              </a:ext>
            </a:extLst>
          </p:cNvPr>
          <p:cNvCxnSpPr>
            <a:cxnSpLocks/>
          </p:cNvCxnSpPr>
          <p:nvPr/>
        </p:nvCxnSpPr>
        <p:spPr>
          <a:xfrm flipH="1">
            <a:off x="2113823" y="5297160"/>
            <a:ext cx="8622102" cy="0"/>
          </a:xfrm>
          <a:prstGeom prst="line">
            <a:avLst/>
          </a:prstGeom>
          <a:ln w="15875" cmpd="sng">
            <a:solidFill>
              <a:schemeClr val="bg1">
                <a:alpha val="2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223" name="Graphic 222" descr="Flag">
            <a:extLst>
              <a:ext uri="{FF2B5EF4-FFF2-40B4-BE49-F238E27FC236}">
                <a16:creationId xmlns:a16="http://schemas.microsoft.com/office/drawing/2014/main" id="{C1F157E9-79E0-F695-B897-E526F27F2EEC}"/>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33525" t="18748" r="17129" b="44918"/>
          <a:stretch/>
        </p:blipFill>
        <p:spPr>
          <a:xfrm flipH="1">
            <a:off x="7902784" y="1056443"/>
            <a:ext cx="474099" cy="349077"/>
          </a:xfrm>
          <a:prstGeom prst="rect">
            <a:avLst/>
          </a:prstGeom>
        </p:spPr>
      </p:pic>
      <p:sp>
        <p:nvSpPr>
          <p:cNvPr id="242" name="Graphic 224" descr="Icon Checked">
            <a:extLst>
              <a:ext uri="{FF2B5EF4-FFF2-40B4-BE49-F238E27FC236}">
                <a16:creationId xmlns:a16="http://schemas.microsoft.com/office/drawing/2014/main" id="{773068DD-BA87-4934-EAB9-D33A7FAEF3C5}"/>
              </a:ext>
            </a:extLst>
          </p:cNvPr>
          <p:cNvSpPr/>
          <p:nvPr/>
        </p:nvSpPr>
        <p:spPr>
          <a:xfrm>
            <a:off x="8169480" y="1212602"/>
            <a:ext cx="130251" cy="93072"/>
          </a:xfrm>
          <a:custGeom>
            <a:avLst/>
            <a:gdLst>
              <a:gd name="connsiteX0" fmla="*/ 23512 w 130250"/>
              <a:gd name="connsiteY0" fmla="*/ 46596 h 93071"/>
              <a:gd name="connsiteX1" fmla="*/ 5299 w 130250"/>
              <a:gd name="connsiteY1" fmla="*/ 44770 h 93071"/>
              <a:gd name="connsiteX2" fmla="*/ 2540 w 130250"/>
              <a:gd name="connsiteY2" fmla="*/ 56820 h 93071"/>
              <a:gd name="connsiteX3" fmla="*/ 39010 w 130250"/>
              <a:gd name="connsiteY3" fmla="*/ 89567 h 93071"/>
              <a:gd name="connsiteX4" fmla="*/ 60710 w 130250"/>
              <a:gd name="connsiteY4" fmla="*/ 88839 h 93071"/>
              <a:gd name="connsiteX5" fmla="*/ 128440 w 130250"/>
              <a:gd name="connsiteY5" fmla="*/ 13003 h 93071"/>
              <a:gd name="connsiteX6" fmla="*/ 123853 w 130250"/>
              <a:gd name="connsiteY6" fmla="*/ 1200 h 93071"/>
              <a:gd name="connsiteX7" fmla="*/ 106013 w 130250"/>
              <a:gd name="connsiteY7" fmla="*/ 4235 h 93071"/>
              <a:gd name="connsiteX8" fmla="*/ 48300 w 130250"/>
              <a:gd name="connsiteY8" fmla="*/ 68854 h 93071"/>
              <a:gd name="connsiteX9" fmla="*/ 23512 w 130250"/>
              <a:gd name="connsiteY9" fmla="*/ 46596 h 9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250" h="93071">
                <a:moveTo>
                  <a:pt x="23512" y="46596"/>
                </a:moveTo>
                <a:cubicBezTo>
                  <a:pt x="19245" y="42764"/>
                  <a:pt x="11091" y="41947"/>
                  <a:pt x="5299" y="44770"/>
                </a:cubicBezTo>
                <a:cubicBezTo>
                  <a:pt x="-492" y="47593"/>
                  <a:pt x="-1727" y="52988"/>
                  <a:pt x="2540" y="56820"/>
                </a:cubicBezTo>
                <a:lnTo>
                  <a:pt x="39010" y="89567"/>
                </a:lnTo>
                <a:cubicBezTo>
                  <a:pt x="44548" y="94540"/>
                  <a:pt x="55961" y="94157"/>
                  <a:pt x="60710" y="88839"/>
                </a:cubicBezTo>
                <a:lnTo>
                  <a:pt x="128440" y="13003"/>
                </a:lnTo>
                <a:cubicBezTo>
                  <a:pt x="132100" y="8905"/>
                  <a:pt x="130046" y="3621"/>
                  <a:pt x="123853" y="1200"/>
                </a:cubicBezTo>
                <a:cubicBezTo>
                  <a:pt x="117660" y="-1221"/>
                  <a:pt x="109673" y="137"/>
                  <a:pt x="106013" y="4235"/>
                </a:cubicBezTo>
                <a:lnTo>
                  <a:pt x="48300" y="68854"/>
                </a:lnTo>
                <a:lnTo>
                  <a:pt x="23512" y="46596"/>
                </a:lnTo>
                <a:close/>
              </a:path>
            </a:pathLst>
          </a:custGeom>
          <a:solidFill>
            <a:schemeClr val="tx1"/>
          </a:solidFill>
          <a:ln w="2953" cap="flat">
            <a:noFill/>
            <a:prstDash val="solid"/>
            <a:miter/>
          </a:ln>
        </p:spPr>
        <p:txBody>
          <a:bodyPr rtlCol="0" anchor="ctr"/>
          <a:lstStyle/>
          <a:p>
            <a:endParaRPr lang="en-US" dirty="0"/>
          </a:p>
        </p:txBody>
      </p:sp>
      <p:sp>
        <p:nvSpPr>
          <p:cNvPr id="245" name="Graphic 239" descr="Icon Checked">
            <a:extLst>
              <a:ext uri="{FF2B5EF4-FFF2-40B4-BE49-F238E27FC236}">
                <a16:creationId xmlns:a16="http://schemas.microsoft.com/office/drawing/2014/main" id="{720B074E-0A1B-B02F-B11F-3AA74DF9106A}"/>
              </a:ext>
            </a:extLst>
          </p:cNvPr>
          <p:cNvSpPr/>
          <p:nvPr/>
        </p:nvSpPr>
        <p:spPr>
          <a:xfrm>
            <a:off x="4068045" y="3134082"/>
            <a:ext cx="80876" cy="57790"/>
          </a:xfrm>
          <a:custGeom>
            <a:avLst/>
            <a:gdLst>
              <a:gd name="connsiteX0" fmla="*/ 14599 w 80875"/>
              <a:gd name="connsiteY0" fmla="*/ 28932 h 57790"/>
              <a:gd name="connsiteX1" fmla="*/ 3291 w 80875"/>
              <a:gd name="connsiteY1" fmla="*/ 27799 h 57790"/>
              <a:gd name="connsiteX2" fmla="*/ 1577 w 80875"/>
              <a:gd name="connsiteY2" fmla="*/ 35281 h 57790"/>
              <a:gd name="connsiteX3" fmla="*/ 24222 w 80875"/>
              <a:gd name="connsiteY3" fmla="*/ 55614 h 57790"/>
              <a:gd name="connsiteX4" fmla="*/ 37696 w 80875"/>
              <a:gd name="connsiteY4" fmla="*/ 55162 h 57790"/>
              <a:gd name="connsiteX5" fmla="*/ 79751 w 80875"/>
              <a:gd name="connsiteY5" fmla="*/ 8074 h 57790"/>
              <a:gd name="connsiteX6" fmla="*/ 76903 w 80875"/>
              <a:gd name="connsiteY6" fmla="*/ 745 h 57790"/>
              <a:gd name="connsiteX7" fmla="*/ 65826 w 80875"/>
              <a:gd name="connsiteY7" fmla="*/ 2630 h 57790"/>
              <a:gd name="connsiteX8" fmla="*/ 29991 w 80875"/>
              <a:gd name="connsiteY8" fmla="*/ 42753 h 57790"/>
              <a:gd name="connsiteX9" fmla="*/ 14599 w 80875"/>
              <a:gd name="connsiteY9" fmla="*/ 28932 h 5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75" h="57790">
                <a:moveTo>
                  <a:pt x="14599" y="28932"/>
                </a:moveTo>
                <a:cubicBezTo>
                  <a:pt x="11949" y="26553"/>
                  <a:pt x="6887" y="26046"/>
                  <a:pt x="3291" y="27799"/>
                </a:cubicBezTo>
                <a:cubicBezTo>
                  <a:pt x="-305" y="29552"/>
                  <a:pt x="-1073" y="32901"/>
                  <a:pt x="1577" y="35281"/>
                </a:cubicBezTo>
                <a:lnTo>
                  <a:pt x="24222" y="55614"/>
                </a:lnTo>
                <a:cubicBezTo>
                  <a:pt x="27661" y="58702"/>
                  <a:pt x="34747" y="58464"/>
                  <a:pt x="37696" y="55162"/>
                </a:cubicBezTo>
                <a:lnTo>
                  <a:pt x="79751" y="8074"/>
                </a:lnTo>
                <a:cubicBezTo>
                  <a:pt x="82024" y="5530"/>
                  <a:pt x="80749" y="2248"/>
                  <a:pt x="76903" y="745"/>
                </a:cubicBezTo>
                <a:cubicBezTo>
                  <a:pt x="73058" y="-758"/>
                  <a:pt x="68098" y="85"/>
                  <a:pt x="65826" y="2630"/>
                </a:cubicBezTo>
                <a:lnTo>
                  <a:pt x="29991" y="42753"/>
                </a:lnTo>
                <a:lnTo>
                  <a:pt x="14599" y="28932"/>
                </a:lnTo>
                <a:close/>
              </a:path>
            </a:pathLst>
          </a:custGeom>
          <a:solidFill>
            <a:schemeClr val="bg1"/>
          </a:solidFill>
          <a:ln w="1810" cap="flat">
            <a:noFill/>
            <a:prstDash val="solid"/>
            <a:miter/>
          </a:ln>
        </p:spPr>
        <p:txBody>
          <a:bodyPr rtlCol="0" anchor="ctr"/>
          <a:lstStyle/>
          <a:p>
            <a:endParaRPr lang="en-US" dirty="0"/>
          </a:p>
        </p:txBody>
      </p:sp>
      <p:pic>
        <p:nvPicPr>
          <p:cNvPr id="5" name="Picture 4">
            <a:extLst>
              <a:ext uri="{FF2B5EF4-FFF2-40B4-BE49-F238E27FC236}">
                <a16:creationId xmlns:a16="http://schemas.microsoft.com/office/drawing/2014/main" id="{959E4A8D-4816-A503-1415-151BDD9EE8C4}"/>
              </a:ext>
            </a:extLst>
          </p:cNvPr>
          <p:cNvPicPr>
            <a:picLocks noChangeAspect="1"/>
          </p:cNvPicPr>
          <p:nvPr/>
        </p:nvPicPr>
        <p:blipFill>
          <a:blip r:embed="rId4"/>
          <a:srcRect l="1476" b="3505"/>
          <a:stretch/>
        </p:blipFill>
        <p:spPr>
          <a:xfrm>
            <a:off x="0" y="2888284"/>
            <a:ext cx="12152564" cy="3945523"/>
          </a:xfrm>
          <a:prstGeom prst="rect">
            <a:avLst/>
          </a:prstGeom>
        </p:spPr>
      </p:pic>
      <p:pic>
        <p:nvPicPr>
          <p:cNvPr id="10" name="Picture 9">
            <a:extLst>
              <a:ext uri="{FF2B5EF4-FFF2-40B4-BE49-F238E27FC236}">
                <a16:creationId xmlns:a16="http://schemas.microsoft.com/office/drawing/2014/main" id="{814C5D61-731B-CB9E-4CF4-81F6188019A1}"/>
              </a:ext>
            </a:extLst>
          </p:cNvPr>
          <p:cNvPicPr>
            <a:picLocks noChangeAspect="1"/>
          </p:cNvPicPr>
          <p:nvPr/>
        </p:nvPicPr>
        <p:blipFill>
          <a:blip r:embed="rId5"/>
          <a:stretch>
            <a:fillRect/>
          </a:stretch>
        </p:blipFill>
        <p:spPr>
          <a:xfrm>
            <a:off x="0" y="566326"/>
            <a:ext cx="12152564" cy="2279557"/>
          </a:xfrm>
          <a:prstGeom prst="rect">
            <a:avLst/>
          </a:prstGeom>
          <a:ln w="12700">
            <a:solidFill>
              <a:srgbClr val="002060"/>
            </a:solidFill>
          </a:ln>
        </p:spPr>
      </p:pic>
    </p:spTree>
    <p:extLst>
      <p:ext uri="{BB962C8B-B14F-4D97-AF65-F5344CB8AC3E}">
        <p14:creationId xmlns:p14="http://schemas.microsoft.com/office/powerpoint/2010/main" val="1585682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fltVal val="0"/>
                                          </p:val>
                                        </p:tav>
                                        <p:tav tm="100000">
                                          <p:val>
                                            <p:strVal val="#ppt_w"/>
                                          </p:val>
                                        </p:tav>
                                      </p:tavLst>
                                    </p:anim>
                                    <p:anim calcmode="lin" valueType="num">
                                      <p:cBhvr>
                                        <p:cTn id="15" dur="1000" fill="hold"/>
                                        <p:tgtEl>
                                          <p:spTgt spid="10"/>
                                        </p:tgtEl>
                                        <p:attrNameLst>
                                          <p:attrName>ppt_h</p:attrName>
                                        </p:attrNameLst>
                                      </p:cBhvr>
                                      <p:tavLst>
                                        <p:tav tm="0">
                                          <p:val>
                                            <p:fltVal val="0"/>
                                          </p:val>
                                        </p:tav>
                                        <p:tav tm="100000">
                                          <p:val>
                                            <p:strVal val="#ppt_h"/>
                                          </p:val>
                                        </p:tav>
                                      </p:tavLst>
                                    </p:anim>
                                    <p:anim calcmode="lin" valueType="num">
                                      <p:cBhvr>
                                        <p:cTn id="16" dur="1000" fill="hold"/>
                                        <p:tgtEl>
                                          <p:spTgt spid="10"/>
                                        </p:tgtEl>
                                        <p:attrNameLst>
                                          <p:attrName>style.rotation</p:attrName>
                                        </p:attrNameLst>
                                      </p:cBhvr>
                                      <p:tavLst>
                                        <p:tav tm="0">
                                          <p:val>
                                            <p:fltVal val="90"/>
                                          </p:val>
                                        </p:tav>
                                        <p:tav tm="100000">
                                          <p:val>
                                            <p:fltVal val="0"/>
                                          </p:val>
                                        </p:tav>
                                      </p:tavLst>
                                    </p:anim>
                                    <p:animEffect transition="in" filter="fad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6B3C27-6F19-41D2-88CA-8A7CFB28C1F4}"/>
              </a:ext>
            </a:extLst>
          </p:cNvPr>
          <p:cNvSpPr>
            <a:spLocks noGrp="1"/>
          </p:cNvSpPr>
          <p:nvPr>
            <p:ph type="sldNum" sz="quarter" idx="11"/>
          </p:nvPr>
        </p:nvSpPr>
        <p:spPr/>
        <p:txBody>
          <a:bodyPr/>
          <a:lstStyle/>
          <a:p>
            <a:fld id="{EECC7194-A4D0-457B-9D3E-53681723AFF7}" type="slidenum">
              <a:rPr lang="en-US" smtClean="0"/>
              <a:pPr/>
              <a:t>14</a:t>
            </a:fld>
            <a:endParaRPr lang="en-US" dirty="0"/>
          </a:p>
        </p:txBody>
      </p:sp>
      <p:sp>
        <p:nvSpPr>
          <p:cNvPr id="4" name="Title 3">
            <a:extLst>
              <a:ext uri="{FF2B5EF4-FFF2-40B4-BE49-F238E27FC236}">
                <a16:creationId xmlns:a16="http://schemas.microsoft.com/office/drawing/2014/main" id="{A4A0D72C-D227-4776-9E3B-8D09F58D1747}"/>
              </a:ext>
            </a:extLst>
          </p:cNvPr>
          <p:cNvSpPr>
            <a:spLocks noGrp="1"/>
          </p:cNvSpPr>
          <p:nvPr>
            <p:ph type="title"/>
          </p:nvPr>
        </p:nvSpPr>
        <p:spPr>
          <a:xfrm>
            <a:off x="0" y="57729"/>
            <a:ext cx="7560000" cy="433802"/>
          </a:xfrm>
        </p:spPr>
        <p:txBody>
          <a:bodyPr>
            <a:normAutofit fontScale="90000"/>
          </a:bodyPr>
          <a:lstStyle/>
          <a:p>
            <a:r>
              <a:rPr lang="en-US" b="1" dirty="0">
                <a:solidFill>
                  <a:srgbClr val="0070C0"/>
                </a:solidFill>
              </a:rPr>
              <a:t> Final  Data  Insights  </a:t>
            </a:r>
          </a:p>
        </p:txBody>
      </p:sp>
      <p:sp>
        <p:nvSpPr>
          <p:cNvPr id="5" name="object 7" descr="Beige rectangle">
            <a:extLst>
              <a:ext uri="{FF2B5EF4-FFF2-40B4-BE49-F238E27FC236}">
                <a16:creationId xmlns:a16="http://schemas.microsoft.com/office/drawing/2014/main" id="{16593983-AEC5-4450-A5CD-B66EE3F91D94}"/>
              </a:ext>
            </a:extLst>
          </p:cNvPr>
          <p:cNvSpPr/>
          <p:nvPr/>
        </p:nvSpPr>
        <p:spPr bwMode="white">
          <a:xfrm flipV="1">
            <a:off x="226800" y="6674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pic>
        <p:nvPicPr>
          <p:cNvPr id="16" name="Picture 15">
            <a:extLst>
              <a:ext uri="{FF2B5EF4-FFF2-40B4-BE49-F238E27FC236}">
                <a16:creationId xmlns:a16="http://schemas.microsoft.com/office/drawing/2014/main" id="{9BBDC1CA-1AA7-22E3-F2B0-75739A2AA0BB}"/>
              </a:ext>
            </a:extLst>
          </p:cNvPr>
          <p:cNvPicPr>
            <a:picLocks noChangeAspect="1"/>
          </p:cNvPicPr>
          <p:nvPr/>
        </p:nvPicPr>
        <p:blipFill>
          <a:blip r:embed="rId2"/>
          <a:stretch>
            <a:fillRect/>
          </a:stretch>
        </p:blipFill>
        <p:spPr>
          <a:xfrm>
            <a:off x="1" y="577317"/>
            <a:ext cx="12192000" cy="3466363"/>
          </a:xfrm>
          <a:prstGeom prst="rect">
            <a:avLst/>
          </a:prstGeom>
        </p:spPr>
      </p:pic>
      <p:sp>
        <p:nvSpPr>
          <p:cNvPr id="18" name="TextBox 17">
            <a:extLst>
              <a:ext uri="{FF2B5EF4-FFF2-40B4-BE49-F238E27FC236}">
                <a16:creationId xmlns:a16="http://schemas.microsoft.com/office/drawing/2014/main" id="{98BB684D-E0C7-CB68-0B59-0E2B96775626}"/>
              </a:ext>
            </a:extLst>
          </p:cNvPr>
          <p:cNvSpPr txBox="1"/>
          <p:nvPr/>
        </p:nvSpPr>
        <p:spPr>
          <a:xfrm>
            <a:off x="0" y="4342525"/>
            <a:ext cx="12192000" cy="2339102"/>
          </a:xfrm>
          <a:prstGeom prst="rect">
            <a:avLst/>
          </a:prstGeom>
          <a:noFill/>
        </p:spPr>
        <p:txBody>
          <a:bodyPr wrap="square" rtlCol="0">
            <a:spAutoFit/>
          </a:bodyPr>
          <a:lstStyle/>
          <a:p>
            <a:pPr algn="ctr" fontAlgn="b">
              <a:buSzPts val="1600"/>
            </a:pPr>
            <a:r>
              <a:rPr lang="en-IN" sz="2000" b="1" u="none" strike="noStrike" dirty="0">
                <a:solidFill>
                  <a:schemeClr val="tx2"/>
                </a:solidFill>
                <a:effectLst/>
                <a:highlight>
                  <a:srgbClr val="FFFF00"/>
                </a:highlight>
              </a:rPr>
              <a:t>Data Insights Analysis</a:t>
            </a:r>
            <a:endParaRPr lang="en-US" sz="1800" b="0" i="0" u="none" strike="noStrike" kern="1200" dirty="0">
              <a:solidFill>
                <a:srgbClr val="000000"/>
              </a:solidFill>
              <a:effectLst/>
              <a:latin typeface="Arial "/>
            </a:endParaRPr>
          </a:p>
          <a:p>
            <a:pPr marL="356616" indent="-356616" algn="l" rtl="0" eaLnBrk="1" fontAlgn="b" latinLnBrk="0" hangingPunct="1">
              <a:spcBef>
                <a:spcPts val="0"/>
              </a:spcBef>
              <a:spcAft>
                <a:spcPts val="0"/>
              </a:spcAft>
              <a:buClrTx/>
              <a:buSzPts val="1600"/>
              <a:buFont typeface="Wingdings" panose="05000000000000000000" pitchFamily="2" charset="2"/>
              <a:buChar char="q"/>
            </a:pPr>
            <a:r>
              <a:rPr lang="en-US" dirty="0">
                <a:solidFill>
                  <a:srgbClr val="000000"/>
                </a:solidFill>
                <a:latin typeface="Arial "/>
              </a:rPr>
              <a:t>Cancer patient are spending 70% more than an average amount</a:t>
            </a:r>
            <a:endParaRPr lang="en-IN" dirty="0">
              <a:solidFill>
                <a:srgbClr val="000000"/>
              </a:solidFill>
              <a:latin typeface="Arial "/>
            </a:endParaRPr>
          </a:p>
          <a:p>
            <a:pPr marL="356616" indent="-356616" algn="l" rtl="0" eaLnBrk="1" fontAlgn="b" latinLnBrk="0" hangingPunct="1">
              <a:spcBef>
                <a:spcPts val="0"/>
              </a:spcBef>
              <a:spcAft>
                <a:spcPts val="0"/>
              </a:spcAft>
              <a:buFont typeface="Wingdings" panose="05000000000000000000" pitchFamily="2" charset="2"/>
              <a:buChar char="q"/>
            </a:pPr>
            <a:r>
              <a:rPr lang="en-US" dirty="0">
                <a:solidFill>
                  <a:srgbClr val="000000"/>
                </a:solidFill>
                <a:latin typeface="Arial "/>
              </a:rPr>
              <a:t>Diabetes patient are spending 28% more than an average amount</a:t>
            </a:r>
            <a:endParaRPr lang="en-IN" dirty="0">
              <a:solidFill>
                <a:srgbClr val="000000"/>
              </a:solidFill>
              <a:latin typeface="Arial "/>
            </a:endParaRPr>
          </a:p>
          <a:p>
            <a:pPr marL="356616" indent="-356616" algn="l" rtl="0" eaLnBrk="1" fontAlgn="b" latinLnBrk="0" hangingPunct="1">
              <a:spcBef>
                <a:spcPts val="0"/>
              </a:spcBef>
              <a:spcAft>
                <a:spcPts val="0"/>
              </a:spcAft>
              <a:buFont typeface="Wingdings" panose="05000000000000000000" pitchFamily="2" charset="2"/>
              <a:buChar char="q"/>
            </a:pPr>
            <a:r>
              <a:rPr lang="en-US" dirty="0">
                <a:solidFill>
                  <a:srgbClr val="000000"/>
                </a:solidFill>
                <a:latin typeface="Arial "/>
              </a:rPr>
              <a:t>With Aetna and Cigna patients are spending 3% more than </a:t>
            </a:r>
            <a:endParaRPr lang="en-IN" dirty="0">
              <a:solidFill>
                <a:srgbClr val="000000"/>
              </a:solidFill>
              <a:latin typeface="Arial "/>
            </a:endParaRPr>
          </a:p>
          <a:p>
            <a:pPr marL="356616" indent="-356616" algn="l" rtl="0" eaLnBrk="1" fontAlgn="b" latinLnBrk="0" hangingPunct="1">
              <a:spcBef>
                <a:spcPts val="0"/>
              </a:spcBef>
              <a:spcAft>
                <a:spcPts val="0"/>
              </a:spcAft>
              <a:buFont typeface="Wingdings" panose="05000000000000000000" pitchFamily="2" charset="2"/>
              <a:buChar char="q"/>
            </a:pPr>
            <a:r>
              <a:rPr lang="en-US" dirty="0">
                <a:solidFill>
                  <a:srgbClr val="000000"/>
                </a:solidFill>
                <a:latin typeface="Arial "/>
              </a:rPr>
              <a:t>Blue Cross patients are spending 3% more than </a:t>
            </a:r>
          </a:p>
          <a:p>
            <a:pPr marL="356616" indent="-356616" algn="l" rtl="0" eaLnBrk="1" fontAlgn="b" latinLnBrk="0" hangingPunct="1">
              <a:spcBef>
                <a:spcPts val="0"/>
              </a:spcBef>
              <a:spcAft>
                <a:spcPts val="0"/>
              </a:spcAft>
              <a:buFont typeface="Wingdings" panose="05000000000000000000" pitchFamily="2" charset="2"/>
              <a:buChar char="q"/>
            </a:pPr>
            <a:r>
              <a:rPr lang="en-US" dirty="0">
                <a:solidFill>
                  <a:srgbClr val="000000"/>
                </a:solidFill>
                <a:latin typeface="Arial "/>
              </a:rPr>
              <a:t>Cancer patient lose 7.2% on Lipitor treatment</a:t>
            </a:r>
            <a:endParaRPr lang="en-IN" dirty="0">
              <a:solidFill>
                <a:srgbClr val="000000"/>
              </a:solidFill>
              <a:latin typeface="Arial "/>
            </a:endParaRPr>
          </a:p>
          <a:p>
            <a:pPr marL="285750" indent="-285750" algn="l" rtl="0" eaLnBrk="1" fontAlgn="b" latinLnBrk="0" hangingPunct="1">
              <a:spcBef>
                <a:spcPts val="0"/>
              </a:spcBef>
              <a:spcAft>
                <a:spcPts val="0"/>
              </a:spcAft>
              <a:buFont typeface="Wingdings" panose="05000000000000000000" pitchFamily="2" charset="2"/>
              <a:buChar char="q"/>
            </a:pPr>
            <a:r>
              <a:rPr lang="en-IN" dirty="0">
                <a:solidFill>
                  <a:srgbClr val="000000"/>
                </a:solidFill>
                <a:latin typeface="Arial "/>
              </a:rPr>
              <a:t> Asthma patient lose 5.14% on Lipitor patient</a:t>
            </a:r>
          </a:p>
          <a:p>
            <a:pPr marL="356616" indent="-356616" algn="l" rtl="0" eaLnBrk="1" fontAlgn="b" latinLnBrk="0" hangingPunct="1">
              <a:spcBef>
                <a:spcPts val="0"/>
              </a:spcBef>
              <a:spcAft>
                <a:spcPts val="0"/>
              </a:spcAft>
            </a:pPr>
            <a:endParaRPr lang="en-IN" sz="1800" b="0" i="0" u="none" strike="noStrike" dirty="0">
              <a:effectLst/>
              <a:latin typeface="Arial" panose="020B0604020202020204" pitchFamily="34" charset="0"/>
            </a:endParaRPr>
          </a:p>
        </p:txBody>
      </p:sp>
    </p:spTree>
    <p:extLst>
      <p:ext uri="{BB962C8B-B14F-4D97-AF65-F5344CB8AC3E}">
        <p14:creationId xmlns:p14="http://schemas.microsoft.com/office/powerpoint/2010/main" val="29035998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anim calcmode="lin" valueType="num">
                                      <p:cBhvr>
                                        <p:cTn id="8" dur="800" fill="hold"/>
                                        <p:tgtEl>
                                          <p:spTgt spid="4"/>
                                        </p:tgtEl>
                                        <p:attrNameLst>
                                          <p:attrName>ppt_w</p:attrName>
                                        </p:attrNameLst>
                                      </p:cBhvr>
                                      <p:tavLst>
                                        <p:tav tm="0" fmla="#ppt_w*sin(2.5*pi*$)">
                                          <p:val>
                                            <p:fltVal val="0"/>
                                          </p:val>
                                        </p:tav>
                                        <p:tav tm="100000">
                                          <p:val>
                                            <p:fltVal val="1"/>
                                          </p:val>
                                        </p:tav>
                                      </p:tavLst>
                                    </p:anim>
                                    <p:anim calcmode="lin" valueType="num">
                                      <p:cBhvr>
                                        <p:cTn id="9" dur="8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barn(inVertical)">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E93A-1439-906B-3D3B-3ACF5573729C}"/>
              </a:ext>
            </a:extLst>
          </p:cNvPr>
          <p:cNvSpPr>
            <a:spLocks noGrp="1"/>
          </p:cNvSpPr>
          <p:nvPr>
            <p:ph type="title"/>
          </p:nvPr>
        </p:nvSpPr>
        <p:spPr>
          <a:xfrm>
            <a:off x="1471899" y="749429"/>
            <a:ext cx="9603275" cy="1150683"/>
          </a:xfrm>
        </p:spPr>
        <p:txBody>
          <a:bodyPr>
            <a:normAutofit/>
          </a:bodyPr>
          <a:lstStyle/>
          <a:p>
            <a:pPr algn="ctr"/>
            <a:r>
              <a:rPr lang="en-IN" sz="7200" dirty="0">
                <a:latin typeface="Algerian" panose="04020705040A02060702" pitchFamily="82" charset="0"/>
              </a:rPr>
              <a:t>Thank You</a:t>
            </a:r>
          </a:p>
        </p:txBody>
      </p:sp>
      <p:grpSp>
        <p:nvGrpSpPr>
          <p:cNvPr id="34" name="Group 33">
            <a:extLst>
              <a:ext uri="{FF2B5EF4-FFF2-40B4-BE49-F238E27FC236}">
                <a16:creationId xmlns:a16="http://schemas.microsoft.com/office/drawing/2014/main" id="{B17B3496-C29C-9C8E-57E6-0E1FEACCFE2A}"/>
              </a:ext>
            </a:extLst>
          </p:cNvPr>
          <p:cNvGrpSpPr/>
          <p:nvPr/>
        </p:nvGrpSpPr>
        <p:grpSpPr>
          <a:xfrm>
            <a:off x="2786748" y="2692033"/>
            <a:ext cx="6618503" cy="2180705"/>
            <a:chOff x="4456671" y="2194193"/>
            <a:chExt cx="6618503" cy="2180705"/>
          </a:xfrm>
        </p:grpSpPr>
        <p:sp>
          <p:nvSpPr>
            <p:cNvPr id="19" name="Rectangle: Rounded Corners 18">
              <a:extLst>
                <a:ext uri="{FF2B5EF4-FFF2-40B4-BE49-F238E27FC236}">
                  <a16:creationId xmlns:a16="http://schemas.microsoft.com/office/drawing/2014/main" id="{1049F894-6E96-5428-555E-FE218B9D79A3}"/>
                </a:ext>
              </a:extLst>
            </p:cNvPr>
            <p:cNvSpPr/>
            <p:nvPr/>
          </p:nvSpPr>
          <p:spPr>
            <a:xfrm>
              <a:off x="4456671" y="2194193"/>
              <a:ext cx="6618503" cy="2180705"/>
            </a:xfrm>
            <a:prstGeom prst="roundRect">
              <a:avLst>
                <a:gd name="adj" fmla="val 4428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20" name="Text Placeholder 3">
              <a:extLst>
                <a:ext uri="{FF2B5EF4-FFF2-40B4-BE49-F238E27FC236}">
                  <a16:creationId xmlns:a16="http://schemas.microsoft.com/office/drawing/2014/main" id="{787FD97C-0640-2ECE-3F23-238EC51CE477}"/>
                </a:ext>
              </a:extLst>
            </p:cNvPr>
            <p:cNvSpPr txBox="1">
              <a:spLocks/>
            </p:cNvSpPr>
            <p:nvPr/>
          </p:nvSpPr>
          <p:spPr>
            <a:xfrm>
              <a:off x="5910580" y="2282823"/>
              <a:ext cx="4076700" cy="330200"/>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800" b="1" dirty="0">
                  <a:solidFill>
                    <a:sysClr val="windowText" lastClr="000000"/>
                  </a:solidFill>
                </a:rPr>
                <a:t>Fatma Begum Saifuddin Ansari</a:t>
              </a:r>
            </a:p>
          </p:txBody>
        </p:sp>
        <p:sp>
          <p:nvSpPr>
            <p:cNvPr id="21" name="Text Placeholder 4">
              <a:extLst>
                <a:ext uri="{FF2B5EF4-FFF2-40B4-BE49-F238E27FC236}">
                  <a16:creationId xmlns:a16="http://schemas.microsoft.com/office/drawing/2014/main" id="{7F577CBB-DBC3-104E-74AB-E9F65A50A493}"/>
                </a:ext>
              </a:extLst>
            </p:cNvPr>
            <p:cNvSpPr txBox="1">
              <a:spLocks/>
            </p:cNvSpPr>
            <p:nvPr/>
          </p:nvSpPr>
          <p:spPr>
            <a:xfrm>
              <a:off x="5910580" y="2954346"/>
              <a:ext cx="3944620" cy="330200"/>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1800" b="1" dirty="0">
                  <a:solidFill>
                    <a:srgbClr val="0070C0"/>
                  </a:solidFill>
                </a:rPr>
                <a:t>fatmaansarisaif@gmail.com</a:t>
              </a:r>
            </a:p>
          </p:txBody>
        </p:sp>
        <p:sp>
          <p:nvSpPr>
            <p:cNvPr id="22" name="Text Placeholder 5">
              <a:extLst>
                <a:ext uri="{FF2B5EF4-FFF2-40B4-BE49-F238E27FC236}">
                  <a16:creationId xmlns:a16="http://schemas.microsoft.com/office/drawing/2014/main" id="{0F0C5BDE-683E-9510-5256-A1AFA3A94BD2}"/>
                </a:ext>
              </a:extLst>
            </p:cNvPr>
            <p:cNvSpPr txBox="1">
              <a:spLocks/>
            </p:cNvSpPr>
            <p:nvPr/>
          </p:nvSpPr>
          <p:spPr>
            <a:xfrm>
              <a:off x="5910580" y="3547418"/>
              <a:ext cx="5011420" cy="413076"/>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IN" b="1" dirty="0"/>
                <a:t>www.linkedin.com/in/fatma-ansari-alif</a:t>
              </a:r>
              <a:endParaRPr lang="en-US" sz="1600" b="1" dirty="0">
                <a:solidFill>
                  <a:srgbClr val="002060"/>
                </a:solidFill>
              </a:endParaRPr>
            </a:p>
          </p:txBody>
        </p:sp>
        <p:grpSp>
          <p:nvGrpSpPr>
            <p:cNvPr id="23" name="Group 22" descr="Icon Email">
              <a:extLst>
                <a:ext uri="{FF2B5EF4-FFF2-40B4-BE49-F238E27FC236}">
                  <a16:creationId xmlns:a16="http://schemas.microsoft.com/office/drawing/2014/main" id="{802C81F3-AC54-AE18-49E4-93B9AD08948A}"/>
                </a:ext>
              </a:extLst>
            </p:cNvPr>
            <p:cNvGrpSpPr/>
            <p:nvPr/>
          </p:nvGrpSpPr>
          <p:grpSpPr>
            <a:xfrm>
              <a:off x="5269243" y="2886142"/>
              <a:ext cx="551763" cy="440658"/>
              <a:chOff x="1334697" y="5102537"/>
              <a:chExt cx="360000" cy="360000"/>
            </a:xfrm>
          </p:grpSpPr>
          <p:grpSp>
            <p:nvGrpSpPr>
              <p:cNvPr id="24" name="Group 23">
                <a:extLst>
                  <a:ext uri="{FF2B5EF4-FFF2-40B4-BE49-F238E27FC236}">
                    <a16:creationId xmlns:a16="http://schemas.microsoft.com/office/drawing/2014/main" id="{DE5ED312-C5C1-2555-697C-F04092793BB9}"/>
                  </a:ext>
                </a:extLst>
              </p:cNvPr>
              <p:cNvGrpSpPr/>
              <p:nvPr/>
            </p:nvGrpSpPr>
            <p:grpSpPr>
              <a:xfrm>
                <a:off x="1413695" y="5129259"/>
                <a:ext cx="257176" cy="257176"/>
                <a:chOff x="1423220" y="5138784"/>
                <a:chExt cx="257175" cy="257175"/>
              </a:xfrm>
            </p:grpSpPr>
            <p:sp>
              <p:nvSpPr>
                <p:cNvPr id="26" name="Freeform: Shape 25">
                  <a:extLst>
                    <a:ext uri="{FF2B5EF4-FFF2-40B4-BE49-F238E27FC236}">
                      <a16:creationId xmlns:a16="http://schemas.microsoft.com/office/drawing/2014/main" id="{BC21D0C5-598E-3CA0-3989-8514461BFB68}"/>
                    </a:ext>
                  </a:extLst>
                </p:cNvPr>
                <p:cNvSpPr/>
                <p:nvPr/>
              </p:nvSpPr>
              <p:spPr>
                <a:xfrm>
                  <a:off x="1423220" y="513878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endParaRPr lang="en-US" dirty="0"/>
                </a:p>
              </p:txBody>
            </p:sp>
            <p:sp>
              <p:nvSpPr>
                <p:cNvPr id="27" name="Freeform: Shape 26">
                  <a:extLst>
                    <a:ext uri="{FF2B5EF4-FFF2-40B4-BE49-F238E27FC236}">
                      <a16:creationId xmlns:a16="http://schemas.microsoft.com/office/drawing/2014/main" id="{36E68810-F1E9-A9EA-B10D-4AA760D565F7}"/>
                    </a:ext>
                  </a:extLst>
                </p:cNvPr>
                <p:cNvSpPr/>
                <p:nvPr/>
              </p:nvSpPr>
              <p:spPr>
                <a:xfrm>
                  <a:off x="1427045" y="5144212"/>
                  <a:ext cx="161925" cy="161925"/>
                </a:xfrm>
                <a:custGeom>
                  <a:avLst/>
                  <a:gdLst>
                    <a:gd name="connsiteX0" fmla="*/ 0 w 161925"/>
                    <a:gd name="connsiteY0" fmla="*/ 162878 h 161925"/>
                    <a:gd name="connsiteX1" fmla="*/ 141923 w 161925"/>
                    <a:gd name="connsiteY1" fmla="*/ 135255 h 161925"/>
                    <a:gd name="connsiteX2" fmla="*/ 162878 w 161925"/>
                    <a:gd name="connsiteY2" fmla="*/ 0 h 161925"/>
                  </a:gdLst>
                  <a:ahLst/>
                  <a:cxnLst>
                    <a:cxn ang="0">
                      <a:pos x="connsiteX0" y="connsiteY0"/>
                    </a:cxn>
                    <a:cxn ang="0">
                      <a:pos x="connsiteX1" y="connsiteY1"/>
                    </a:cxn>
                    <a:cxn ang="0">
                      <a:pos x="connsiteX2" y="connsiteY2"/>
                    </a:cxn>
                  </a:cxnLst>
                  <a:rect l="l" t="t" r="r" b="b"/>
                  <a:pathLst>
                    <a:path w="161925" h="161925">
                      <a:moveTo>
                        <a:pt x="0" y="162878"/>
                      </a:moveTo>
                      <a:lnTo>
                        <a:pt x="141923" y="135255"/>
                      </a:lnTo>
                      <a:lnTo>
                        <a:pt x="162878" y="0"/>
                      </a:lnTo>
                    </a:path>
                  </a:pathLst>
                </a:custGeom>
                <a:noFill/>
                <a:ln w="23813" cap="flat">
                  <a:solidFill>
                    <a:schemeClr val="accent1"/>
                  </a:solidFill>
                  <a:prstDash val="solid"/>
                  <a:round/>
                </a:ln>
              </p:spPr>
              <p:txBody>
                <a:bodyPr rtlCol="0" anchor="ctr"/>
                <a:lstStyle/>
                <a:p>
                  <a:endParaRPr lang="en-US" dirty="0"/>
                </a:p>
              </p:txBody>
            </p:sp>
          </p:grpSp>
          <p:sp>
            <p:nvSpPr>
              <p:cNvPr id="25" name="Freeform: Shape 24">
                <a:extLst>
                  <a:ext uri="{FF2B5EF4-FFF2-40B4-BE49-F238E27FC236}">
                    <a16:creationId xmlns:a16="http://schemas.microsoft.com/office/drawing/2014/main" id="{FFCD2252-9238-B257-A0D4-64EAA072F231}"/>
                  </a:ext>
                </a:extLst>
              </p:cNvPr>
              <p:cNvSpPr/>
              <p:nvPr/>
            </p:nvSpPr>
            <p:spPr>
              <a:xfrm>
                <a:off x="1334697" y="5102537"/>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endParaRPr lang="en-US" dirty="0"/>
              </a:p>
            </p:txBody>
          </p:sp>
        </p:grpSp>
        <p:grpSp>
          <p:nvGrpSpPr>
            <p:cNvPr id="28" name="Group 27" descr="Icon Person">
              <a:extLst>
                <a:ext uri="{FF2B5EF4-FFF2-40B4-BE49-F238E27FC236}">
                  <a16:creationId xmlns:a16="http://schemas.microsoft.com/office/drawing/2014/main" id="{3EAC795E-BCCE-1EED-22AE-CA0AE33948E8}"/>
                </a:ext>
              </a:extLst>
            </p:cNvPr>
            <p:cNvGrpSpPr/>
            <p:nvPr/>
          </p:nvGrpSpPr>
          <p:grpSpPr>
            <a:xfrm>
              <a:off x="5244391" y="2261759"/>
              <a:ext cx="551763" cy="442310"/>
              <a:chOff x="1334697" y="4580661"/>
              <a:chExt cx="360000" cy="360000"/>
            </a:xfrm>
          </p:grpSpPr>
          <p:grpSp>
            <p:nvGrpSpPr>
              <p:cNvPr id="29" name="Group 28">
                <a:extLst>
                  <a:ext uri="{FF2B5EF4-FFF2-40B4-BE49-F238E27FC236}">
                    <a16:creationId xmlns:a16="http://schemas.microsoft.com/office/drawing/2014/main" id="{AE4323FD-E56F-AB7E-9562-F08CD04CC3F2}"/>
                  </a:ext>
                </a:extLst>
              </p:cNvPr>
              <p:cNvGrpSpPr/>
              <p:nvPr/>
            </p:nvGrpSpPr>
            <p:grpSpPr>
              <a:xfrm>
                <a:off x="1421012" y="4633770"/>
                <a:ext cx="180975" cy="231458"/>
                <a:chOff x="1443237" y="4633770"/>
                <a:chExt cx="180975" cy="231458"/>
              </a:xfrm>
            </p:grpSpPr>
            <p:sp>
              <p:nvSpPr>
                <p:cNvPr id="31" name="Freeform: Shape 30">
                  <a:extLst>
                    <a:ext uri="{FF2B5EF4-FFF2-40B4-BE49-F238E27FC236}">
                      <a16:creationId xmlns:a16="http://schemas.microsoft.com/office/drawing/2014/main" id="{F9ECCBC1-0708-CB24-A197-142E6BC85D0F}"/>
                    </a:ext>
                  </a:extLst>
                </p:cNvPr>
                <p:cNvSpPr/>
                <p:nvPr/>
              </p:nvSpPr>
              <p:spPr>
                <a:xfrm>
                  <a:off x="1478479" y="4633770"/>
                  <a:ext cx="114300" cy="114300"/>
                </a:xfrm>
                <a:custGeom>
                  <a:avLst/>
                  <a:gdLst>
                    <a:gd name="connsiteX0" fmla="*/ 118110 w 114300"/>
                    <a:gd name="connsiteY0" fmla="*/ 59055 h 114300"/>
                    <a:gd name="connsiteX1" fmla="*/ 59055 w 114300"/>
                    <a:gd name="connsiteY1" fmla="*/ 118110 h 114300"/>
                    <a:gd name="connsiteX2" fmla="*/ 0 w 114300"/>
                    <a:gd name="connsiteY2" fmla="*/ 59055 h 114300"/>
                    <a:gd name="connsiteX3" fmla="*/ 59055 w 114300"/>
                    <a:gd name="connsiteY3" fmla="*/ 0 h 114300"/>
                    <a:gd name="connsiteX4" fmla="*/ 118110 w 114300"/>
                    <a:gd name="connsiteY4" fmla="*/ 5905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8110" y="59055"/>
                      </a:moveTo>
                      <a:cubicBezTo>
                        <a:pt x="118110" y="91440"/>
                        <a:pt x="91440" y="118110"/>
                        <a:pt x="59055" y="118110"/>
                      </a:cubicBezTo>
                      <a:cubicBezTo>
                        <a:pt x="26670" y="118110"/>
                        <a:pt x="0" y="91440"/>
                        <a:pt x="0" y="59055"/>
                      </a:cubicBezTo>
                      <a:cubicBezTo>
                        <a:pt x="0" y="26670"/>
                        <a:pt x="26670" y="0"/>
                        <a:pt x="59055" y="0"/>
                      </a:cubicBezTo>
                      <a:cubicBezTo>
                        <a:pt x="91440" y="0"/>
                        <a:pt x="118110" y="25718"/>
                        <a:pt x="118110" y="59055"/>
                      </a:cubicBezTo>
                      <a:close/>
                    </a:path>
                  </a:pathLst>
                </a:custGeom>
                <a:noFill/>
                <a:ln w="23813" cap="flat">
                  <a:solidFill>
                    <a:schemeClr val="accent1"/>
                  </a:solid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AB46AB82-E78F-BE13-1F52-90C762B5581A}"/>
                    </a:ext>
                  </a:extLst>
                </p:cNvPr>
                <p:cNvSpPr/>
                <p:nvPr/>
              </p:nvSpPr>
              <p:spPr>
                <a:xfrm>
                  <a:off x="1443237" y="4798553"/>
                  <a:ext cx="180975" cy="66675"/>
                </a:xfrm>
                <a:custGeom>
                  <a:avLst/>
                  <a:gdLst>
                    <a:gd name="connsiteX0" fmla="*/ 0 w 180975"/>
                    <a:gd name="connsiteY0" fmla="*/ 72390 h 66675"/>
                    <a:gd name="connsiteX1" fmla="*/ 94298 w 180975"/>
                    <a:gd name="connsiteY1" fmla="*/ 0 h 66675"/>
                    <a:gd name="connsiteX2" fmla="*/ 188595 w 180975"/>
                    <a:gd name="connsiteY2" fmla="*/ 72390 h 66675"/>
                  </a:gdLst>
                  <a:ahLst/>
                  <a:cxnLst>
                    <a:cxn ang="0">
                      <a:pos x="connsiteX0" y="connsiteY0"/>
                    </a:cxn>
                    <a:cxn ang="0">
                      <a:pos x="connsiteX1" y="connsiteY1"/>
                    </a:cxn>
                    <a:cxn ang="0">
                      <a:pos x="connsiteX2" y="connsiteY2"/>
                    </a:cxn>
                  </a:cxnLst>
                  <a:rect l="l" t="t" r="r" b="b"/>
                  <a:pathLst>
                    <a:path w="180975" h="66675">
                      <a:moveTo>
                        <a:pt x="0" y="72390"/>
                      </a:moveTo>
                      <a:cubicBezTo>
                        <a:pt x="0" y="20955"/>
                        <a:pt x="41910" y="0"/>
                        <a:pt x="94298" y="0"/>
                      </a:cubicBezTo>
                      <a:cubicBezTo>
                        <a:pt x="146685" y="0"/>
                        <a:pt x="188595" y="20955"/>
                        <a:pt x="188595" y="72390"/>
                      </a:cubicBezTo>
                    </a:path>
                  </a:pathLst>
                </a:custGeom>
                <a:noFill/>
                <a:ln w="23813" cap="flat">
                  <a:solidFill>
                    <a:schemeClr val="accent1"/>
                  </a:solidFill>
                  <a:prstDash val="solid"/>
                  <a:miter/>
                </a:ln>
              </p:spPr>
              <p:txBody>
                <a:bodyPr rtlCol="0" anchor="ctr"/>
                <a:lstStyle/>
                <a:p>
                  <a:endParaRPr lang="en-US" dirty="0"/>
                </a:p>
              </p:txBody>
            </p:sp>
          </p:grpSp>
          <p:sp>
            <p:nvSpPr>
              <p:cNvPr id="30" name="Freeform: Shape 29">
                <a:extLst>
                  <a:ext uri="{FF2B5EF4-FFF2-40B4-BE49-F238E27FC236}">
                    <a16:creationId xmlns:a16="http://schemas.microsoft.com/office/drawing/2014/main" id="{78EB5992-3F04-05D7-59EA-7B9067529152}"/>
                  </a:ext>
                </a:extLst>
              </p:cNvPr>
              <p:cNvSpPr/>
              <p:nvPr/>
            </p:nvSpPr>
            <p:spPr>
              <a:xfrm>
                <a:off x="1334697" y="4580661"/>
                <a:ext cx="360000" cy="360000"/>
              </a:xfrm>
              <a:custGeom>
                <a:avLst/>
                <a:gdLst>
                  <a:gd name="connsiteX0" fmla="*/ 0 w 360000"/>
                  <a:gd name="connsiteY0" fmla="*/ 0 h 360000"/>
                  <a:gd name="connsiteX1" fmla="*/ 83322 w 360000"/>
                  <a:gd name="connsiteY1" fmla="*/ 0 h 360000"/>
                  <a:gd name="connsiteX2" fmla="*/ 83322 w 360000"/>
                  <a:gd name="connsiteY2" fmla="*/ 68850 h 360000"/>
                  <a:gd name="connsiteX3" fmla="*/ 276679 w 360000"/>
                  <a:gd name="connsiteY3" fmla="*/ 68850 h 360000"/>
                  <a:gd name="connsiteX4" fmla="*/ 276679 w 360000"/>
                  <a:gd name="connsiteY4" fmla="*/ 0 h 360000"/>
                  <a:gd name="connsiteX5" fmla="*/ 360000 w 360000"/>
                  <a:gd name="connsiteY5" fmla="*/ 0 h 360000"/>
                  <a:gd name="connsiteX6" fmla="*/ 360000 w 360000"/>
                  <a:gd name="connsiteY6" fmla="*/ 360000 h 360000"/>
                  <a:gd name="connsiteX7" fmla="*/ 0 w 360000"/>
                  <a:gd name="connsiteY7" fmla="*/ 360000 h 360000"/>
                  <a:gd name="connsiteX0" fmla="*/ 276679 w 368119"/>
                  <a:gd name="connsiteY0" fmla="*/ 68850 h 360000"/>
                  <a:gd name="connsiteX1" fmla="*/ 276679 w 368119"/>
                  <a:gd name="connsiteY1" fmla="*/ 0 h 360000"/>
                  <a:gd name="connsiteX2" fmla="*/ 360000 w 368119"/>
                  <a:gd name="connsiteY2" fmla="*/ 0 h 360000"/>
                  <a:gd name="connsiteX3" fmla="*/ 360000 w 368119"/>
                  <a:gd name="connsiteY3" fmla="*/ 360000 h 360000"/>
                  <a:gd name="connsiteX4" fmla="*/ 0 w 368119"/>
                  <a:gd name="connsiteY4" fmla="*/ 360000 h 360000"/>
                  <a:gd name="connsiteX5" fmla="*/ 0 w 368119"/>
                  <a:gd name="connsiteY5" fmla="*/ 0 h 360000"/>
                  <a:gd name="connsiteX6" fmla="*/ 83322 w 368119"/>
                  <a:gd name="connsiteY6" fmla="*/ 0 h 360000"/>
                  <a:gd name="connsiteX7" fmla="*/ 83322 w 368119"/>
                  <a:gd name="connsiteY7" fmla="*/ 68850 h 360000"/>
                  <a:gd name="connsiteX8" fmla="*/ 368119 w 368119"/>
                  <a:gd name="connsiteY8" fmla="*/ 16029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7" fmla="*/ 83322 w 360000"/>
                  <a:gd name="connsiteY7" fmla="*/ 6885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0" fmla="*/ 276679 w 360000"/>
                  <a:gd name="connsiteY0" fmla="*/ 0 h 360000"/>
                  <a:gd name="connsiteX1" fmla="*/ 360000 w 360000"/>
                  <a:gd name="connsiteY1" fmla="*/ 0 h 360000"/>
                  <a:gd name="connsiteX2" fmla="*/ 360000 w 360000"/>
                  <a:gd name="connsiteY2" fmla="*/ 360000 h 360000"/>
                  <a:gd name="connsiteX3" fmla="*/ 0 w 360000"/>
                  <a:gd name="connsiteY3" fmla="*/ 360000 h 360000"/>
                  <a:gd name="connsiteX4" fmla="*/ 0 w 360000"/>
                  <a:gd name="connsiteY4" fmla="*/ 0 h 360000"/>
                  <a:gd name="connsiteX5" fmla="*/ 83322 w 360000"/>
                  <a:gd name="connsiteY5" fmla="*/ 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000" h="360000">
                    <a:moveTo>
                      <a:pt x="276679" y="0"/>
                    </a:moveTo>
                    <a:lnTo>
                      <a:pt x="360000" y="0"/>
                    </a:lnTo>
                    <a:lnTo>
                      <a:pt x="360000" y="360000"/>
                    </a:lnTo>
                    <a:lnTo>
                      <a:pt x="0" y="360000"/>
                    </a:lnTo>
                    <a:lnTo>
                      <a:pt x="0" y="0"/>
                    </a:lnTo>
                    <a:lnTo>
                      <a:pt x="83322" y="0"/>
                    </a:lnTo>
                  </a:path>
                </a:pathLst>
              </a:custGeom>
              <a:noFill/>
              <a:ln w="9525" cap="flat">
                <a:solidFill>
                  <a:schemeClr val="bg1">
                    <a:lumMod val="75000"/>
                  </a:schemeClr>
                </a:solidFill>
                <a:prstDash val="solid"/>
                <a:miter/>
              </a:ln>
            </p:spPr>
            <p:txBody>
              <a:bodyPr rtlCol="0" anchor="ctr"/>
              <a:lstStyle/>
              <a:p>
                <a:endParaRPr lang="en-US" dirty="0"/>
              </a:p>
            </p:txBody>
          </p:sp>
        </p:grpSp>
        <p:pic>
          <p:nvPicPr>
            <p:cNvPr id="33" name="Picture 2" descr="New LinkedIn Logo PNG Image Download 2024">
              <a:extLst>
                <a:ext uri="{FF2B5EF4-FFF2-40B4-BE49-F238E27FC236}">
                  <a16:creationId xmlns:a16="http://schemas.microsoft.com/office/drawing/2014/main" id="{24BC257C-46F1-8887-5F6F-E8F56670E3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5246312" y="3457884"/>
              <a:ext cx="561944" cy="54790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85331586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C66BDC7-24D2-4343-8D41-18F9C23F860A}">
  <ds:schemaRefs>
    <ds:schemaRef ds:uri="http://schemas.microsoft.com/sharepoint/v3/contenttype/forms"/>
  </ds:schemaRefs>
</ds:datastoreItem>
</file>

<file path=customXml/itemProps3.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Gallery</Template>
  <TotalTime>894</TotalTime>
  <Words>437</Words>
  <Application>Microsoft Office PowerPoint</Application>
  <PresentationFormat>Widescreen</PresentationFormat>
  <Paragraphs>63</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Aptos Display</vt:lpstr>
      <vt:lpstr>Arial</vt:lpstr>
      <vt:lpstr>Arial </vt:lpstr>
      <vt:lpstr>Calibri</vt:lpstr>
      <vt:lpstr>Gill Sans MT</vt:lpstr>
      <vt:lpstr>Wingdings</vt:lpstr>
      <vt:lpstr>Gallery</vt:lpstr>
      <vt:lpstr>US Healthcare Data Analysis:  Patient Cost Optimization  &amp;  Hospital Resource Management</vt:lpstr>
      <vt:lpstr>To  underststand  the  problem  of  analysing   the impact  of  demographics  &amp;   admission   types  on  healthcare  Costs   &amp;  Outcomes.</vt:lpstr>
      <vt:lpstr>Key observation  question  tips</vt:lpstr>
      <vt:lpstr>Gender  wise  analysis - insights</vt:lpstr>
      <vt:lpstr>Age  wise  analysis - insights</vt:lpstr>
      <vt:lpstr>Medical condition  based on  age  wise</vt:lpstr>
      <vt:lpstr>PowerPoint Presentation</vt:lpstr>
      <vt:lpstr>  2 -  Patient Cost Optimization</vt:lpstr>
      <vt:lpstr>Data  Insights  based on  medical  condition</vt:lpstr>
      <vt:lpstr>Data insights based on Medical Condition  with medication</vt:lpstr>
      <vt:lpstr>PowerPoint Presentation</vt:lpstr>
      <vt:lpstr> Month  wise medical conditions</vt:lpstr>
      <vt:lpstr> Month  wise medical conditions</vt:lpstr>
      <vt:lpstr> Final  Data  Insights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Fatma Ansari</dc:creator>
  <cp:lastModifiedBy>Fatma Ansari</cp:lastModifiedBy>
  <cp:revision>19</cp:revision>
  <dcterms:created xsi:type="dcterms:W3CDTF">2024-10-22T16:36:52Z</dcterms:created>
  <dcterms:modified xsi:type="dcterms:W3CDTF">2026-06-09T14:03:34Z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